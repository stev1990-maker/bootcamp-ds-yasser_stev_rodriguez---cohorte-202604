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</p:sldIdLst>
  <p:sldSz cy="5143500" cx="9144000"/>
  <p:notesSz cx="6858000" cy="9144000"/>
  <p:embeddedFontLst>
    <p:embeddedFont>
      <p:font typeface="Roboto"/>
      <p:regular r:id="rId11"/>
      <p:bold r:id="rId12"/>
      <p:italic r:id="rId13"/>
      <p:boldItalic r:id="rId14"/>
    </p:embeddedFont>
    <p:embeddedFont>
      <p:font typeface="Fira Sans"/>
      <p:regular r:id="rId15"/>
      <p:bold r:id="rId16"/>
      <p:italic r:id="rId17"/>
      <p:boldItalic r:id="rId18"/>
    </p:embeddedFont>
    <p:embeddedFont>
      <p:font typeface="Fira Sans Extra Condensed"/>
      <p:regular r:id="rId19"/>
      <p:bold r:id="rId20"/>
      <p:italic r:id="rId21"/>
      <p:boldItalic r:id="rId22"/>
    </p:embeddedFont>
    <p:embeddedFont>
      <p:font typeface="Fira Sans Extra Condensed SemiBold"/>
      <p:regular r:id="rId23"/>
      <p:bold r:id="rId24"/>
      <p:italic r:id="rId25"/>
      <p:boldItalic r:id="rId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FiraSansExtraCondensed-bold.fntdata"/><Relationship Id="rId22" Type="http://schemas.openxmlformats.org/officeDocument/2006/relationships/font" Target="fonts/FiraSansExtraCondensed-boldItalic.fntdata"/><Relationship Id="rId21" Type="http://schemas.openxmlformats.org/officeDocument/2006/relationships/font" Target="fonts/FiraSansExtraCondensed-italic.fntdata"/><Relationship Id="rId24" Type="http://schemas.openxmlformats.org/officeDocument/2006/relationships/font" Target="fonts/FiraSansExtraCondensedSemiBold-bold.fntdata"/><Relationship Id="rId23" Type="http://schemas.openxmlformats.org/officeDocument/2006/relationships/font" Target="fonts/FiraSansExtraCondensedSemiBold-regular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font" Target="fonts/FiraSansExtraCondensedSemiBold-boldItalic.fntdata"/><Relationship Id="rId25" Type="http://schemas.openxmlformats.org/officeDocument/2006/relationships/font" Target="fonts/FiraSansExtraCondensedSemiBold-italic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11" Type="http://schemas.openxmlformats.org/officeDocument/2006/relationships/font" Target="fonts/Roboto-regular.fntdata"/><Relationship Id="rId10" Type="http://schemas.openxmlformats.org/officeDocument/2006/relationships/slide" Target="slides/slide6.xml"/><Relationship Id="rId13" Type="http://schemas.openxmlformats.org/officeDocument/2006/relationships/font" Target="fonts/Roboto-italic.fntdata"/><Relationship Id="rId12" Type="http://schemas.openxmlformats.org/officeDocument/2006/relationships/font" Target="fonts/Roboto-bold.fntdata"/><Relationship Id="rId15" Type="http://schemas.openxmlformats.org/officeDocument/2006/relationships/font" Target="fonts/FiraSans-regular.fntdata"/><Relationship Id="rId14" Type="http://schemas.openxmlformats.org/officeDocument/2006/relationships/font" Target="fonts/Roboto-boldItalic.fntdata"/><Relationship Id="rId17" Type="http://schemas.openxmlformats.org/officeDocument/2006/relationships/font" Target="fonts/FiraSans-italic.fntdata"/><Relationship Id="rId16" Type="http://schemas.openxmlformats.org/officeDocument/2006/relationships/font" Target="fonts/FiraSans-bold.fntdata"/><Relationship Id="rId19" Type="http://schemas.openxmlformats.org/officeDocument/2006/relationships/font" Target="fonts/FiraSansExtraCondensed-regular.fntdata"/><Relationship Id="rId18" Type="http://schemas.openxmlformats.org/officeDocument/2006/relationships/font" Target="fonts/FiraSans-bold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gd206afaa8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" name="Google Shape;51;gd206afaa8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9c73459845_0_1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9c73459845_0_1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60dc60e7d0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360dc60e7d0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60dc60e7d0_0_1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60dc60e7d0_0_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Base de datos NoSQL	Tipo	Lenguaje de consulta principal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MongoDB	Documentos	Consultas con sintaxis JSON (propio de MongoDB)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Cassandra	Clave-columna	CQL (Cassandra Query Language, similar a SQL pero distinto)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Redis	Clave-valor	Comandos propios de Redis (por consola o API)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Neo4j	Grafos	Cypher (lenguaje de grafos, muy diferente a SQL)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Amazon DynamoDB	Clave-valor	API propia (operaciones PutItem, GetItem, Query, Scan, etc.)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Couchbase	Documentos	N1QL (basado en SQL pero adaptado a documentos JSON)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Elasticsearch	Buscador/JSON	JSON Query DSL (lenguaje propio de consulta estructurada)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700">
                <a:solidFill>
                  <a:schemeClr val="dk1"/>
                </a:solidFill>
              </a:rPr>
              <a:t>¿Qué es la integridad eventual en bases de datos NoSQL?</a:t>
            </a:r>
            <a:endParaRPr b="1" sz="17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>
                <a:solidFill>
                  <a:schemeClr val="dk1"/>
                </a:solidFill>
              </a:rPr>
              <a:t>Integridad eventual</a:t>
            </a:r>
            <a:r>
              <a:rPr lang="en">
                <a:solidFill>
                  <a:schemeClr val="dk1"/>
                </a:solidFill>
              </a:rPr>
              <a:t> significa que los datos </a:t>
            </a:r>
            <a:r>
              <a:rPr b="1" lang="en">
                <a:solidFill>
                  <a:schemeClr val="dk1"/>
                </a:solidFill>
              </a:rPr>
              <a:t>no se actualizan inmediatamente en todos los servidores</a:t>
            </a:r>
            <a:r>
              <a:rPr lang="en">
                <a:solidFill>
                  <a:schemeClr val="dk1"/>
                </a:solidFill>
              </a:rPr>
              <a:t> o réplicas de la base de datos.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Cuando se escribe (actualiza) un dato, </a:t>
            </a:r>
            <a:r>
              <a:rPr b="1" lang="en">
                <a:solidFill>
                  <a:schemeClr val="dk1"/>
                </a:solidFill>
              </a:rPr>
              <a:t>puede tomar un tiempo para que ese cambio esté reflejado en todos los lugares</a:t>
            </a:r>
            <a:r>
              <a:rPr lang="en">
                <a:solidFill>
                  <a:schemeClr val="dk1"/>
                </a:solidFill>
              </a:rPr>
              <a:t> donde se guarda la información.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>
                <a:solidFill>
                  <a:schemeClr val="dk1"/>
                </a:solidFill>
              </a:rPr>
              <a:t>Durante ese tiempo, diferentes usuarios podrían ver valores diferentes</a:t>
            </a:r>
            <a:r>
              <a:rPr lang="en">
                <a:solidFill>
                  <a:schemeClr val="dk1"/>
                </a:solidFill>
              </a:rPr>
              <a:t> para el mismo dato, hasta que todas las copias “se pongan de acuerdo”.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92a8583979_0_8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92a8583979_0_8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360dc60e7d0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" name="Google Shape;185;g360dc60e7d0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rgbClr val="EEF0FF"/>
                </a:solidFill>
                <a:highlight>
                  <a:srgbClr val="1F1F1F"/>
                </a:highlight>
              </a:rPr>
              <a:t>Atomicidad:</a:t>
            </a:r>
            <a:endParaRPr b="1" sz="1200">
              <a:solidFill>
                <a:srgbClr val="EEF0FF"/>
              </a:solidFill>
              <a:highlight>
                <a:srgbClr val="1F1F1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rgbClr val="EEF0FF"/>
                </a:solidFill>
                <a:highlight>
                  <a:srgbClr val="1F1F1F"/>
                </a:highlight>
              </a:rPr>
              <a:t>Una transacción debe ser tratada como una única unidad de trabajo. Todos los pasos de la transacción deben completarse o ninguno. Si algo falla, la transacción se revierte al estado original, como si no hubiera ocurrido.</a:t>
            </a:r>
            <a:endParaRPr b="1" sz="1200">
              <a:solidFill>
                <a:srgbClr val="EEF0FF"/>
              </a:solidFill>
              <a:highlight>
                <a:srgbClr val="1F1F1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rgbClr val="EEF0FF"/>
                </a:solidFill>
                <a:highlight>
                  <a:srgbClr val="1F1F1F"/>
                </a:highlight>
              </a:rPr>
              <a:t>Consistencia:</a:t>
            </a:r>
            <a:endParaRPr b="1" sz="1200">
              <a:solidFill>
                <a:srgbClr val="EEF0FF"/>
              </a:solidFill>
              <a:highlight>
                <a:srgbClr val="1F1F1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rgbClr val="EEF0FF"/>
                </a:solidFill>
                <a:highlight>
                  <a:srgbClr val="1F1F1F"/>
                </a:highlight>
              </a:rPr>
              <a:t>Una transacción debe mantener la integridad de la base de datos. Después de la transacción, los datos deben cumplir con todas las restricciones y reglas definidas.</a:t>
            </a:r>
            <a:endParaRPr b="1" sz="1200">
              <a:solidFill>
                <a:srgbClr val="EEF0FF"/>
              </a:solidFill>
              <a:highlight>
                <a:srgbClr val="1F1F1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rgbClr val="EEF0FF"/>
                </a:solidFill>
                <a:highlight>
                  <a:srgbClr val="1F1F1F"/>
                </a:highlight>
              </a:rPr>
              <a:t>Aislamiento:</a:t>
            </a:r>
            <a:endParaRPr b="1" sz="1200">
              <a:solidFill>
                <a:srgbClr val="EEF0FF"/>
              </a:solidFill>
              <a:highlight>
                <a:srgbClr val="1F1F1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rgbClr val="EEF0FF"/>
                </a:solidFill>
                <a:highlight>
                  <a:srgbClr val="1F1F1F"/>
                </a:highlight>
              </a:rPr>
              <a:t>Las transacciones deben ser ejecutadas de forma independiente, evitando interferencias entre ellas. Cada transacción debe tener la impresión de que está operando sola.</a:t>
            </a:r>
            <a:endParaRPr b="1" sz="1200">
              <a:solidFill>
                <a:srgbClr val="EEF0FF"/>
              </a:solidFill>
              <a:highlight>
                <a:srgbClr val="1F1F1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rgbClr val="EEF0FF"/>
                </a:solidFill>
                <a:highlight>
                  <a:srgbClr val="1F1F1F"/>
                </a:highlight>
              </a:rPr>
              <a:t>Durabilidad:</a:t>
            </a:r>
            <a:endParaRPr b="1" sz="1200">
              <a:solidFill>
                <a:srgbClr val="EEF0FF"/>
              </a:solidFill>
              <a:highlight>
                <a:srgbClr val="1F1F1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rgbClr val="EEF0FF"/>
                </a:solidFill>
                <a:highlight>
                  <a:srgbClr val="1F1F1F"/>
                </a:highlight>
              </a:rPr>
              <a:t>Una vez confirmada una transacción, los cambios deben ser permanentes, resistiendo incluso fallos del sistema. La información debe ser persistente.</a:t>
            </a:r>
            <a:endParaRPr b="1" sz="1200">
              <a:solidFill>
                <a:srgbClr val="EEF0FF"/>
              </a:solidFill>
              <a:highlight>
                <a:srgbClr val="1F1F1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rgbClr val="EEF0FF"/>
                </a:solidFill>
                <a:highlight>
                  <a:srgbClr val="1F1F1F"/>
                </a:highlight>
              </a:rPr>
              <a:t>Estos principios garantizan que los datos se mantengan precisos y confiables, incluso en entornos con múltiples usuarios y posibles fallos. Los sistemas de gestión de bases de datos (SGBD) que cumplen con estos principios se consideran "ACID-compliant".</a:t>
            </a:r>
            <a:endParaRPr b="1" sz="1200">
              <a:solidFill>
                <a:srgbClr val="EEF0FF"/>
              </a:solidFill>
              <a:highlight>
                <a:srgbClr val="1F1F1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rgbClr val="EEF0FF"/>
                </a:solidFill>
                <a:highlight>
                  <a:srgbClr val="1F1F1F"/>
                </a:highlight>
              </a:rPr>
              <a:t>Atomicidad:</a:t>
            </a:r>
            <a:endParaRPr b="1" sz="1200">
              <a:solidFill>
                <a:srgbClr val="EEF0FF"/>
              </a:solidFill>
              <a:highlight>
                <a:srgbClr val="1F1F1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rgbClr val="EEF0FF"/>
                </a:solidFill>
                <a:highlight>
                  <a:srgbClr val="1F1F1F"/>
                </a:highlight>
              </a:rPr>
              <a:t>Una transacción debe ser tratada como una única unidad de trabajo. Todos los pasos de la transacción deben completarse o ninguno. Si algo falla, la transacción se revierte al estado original, como si no hubiera ocurrido.</a:t>
            </a:r>
            <a:endParaRPr b="1" sz="1200">
              <a:solidFill>
                <a:srgbClr val="EEF0FF"/>
              </a:solidFill>
              <a:highlight>
                <a:srgbClr val="1F1F1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rgbClr val="EEF0FF"/>
                </a:solidFill>
                <a:highlight>
                  <a:srgbClr val="1F1F1F"/>
                </a:highlight>
              </a:rPr>
              <a:t>Consistencia:</a:t>
            </a:r>
            <a:endParaRPr b="1" sz="1200">
              <a:solidFill>
                <a:srgbClr val="EEF0FF"/>
              </a:solidFill>
              <a:highlight>
                <a:srgbClr val="1F1F1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rgbClr val="EEF0FF"/>
                </a:solidFill>
                <a:highlight>
                  <a:srgbClr val="1F1F1F"/>
                </a:highlight>
              </a:rPr>
              <a:t>Una transacción debe mantener la integridad de la base de datos. Después de la transacción, los datos deben cumplir con todas las restricciones y reglas definidas.</a:t>
            </a:r>
            <a:endParaRPr b="1" sz="1200">
              <a:solidFill>
                <a:srgbClr val="EEF0FF"/>
              </a:solidFill>
              <a:highlight>
                <a:srgbClr val="1F1F1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rgbClr val="EEF0FF"/>
                </a:solidFill>
                <a:highlight>
                  <a:srgbClr val="1F1F1F"/>
                </a:highlight>
              </a:rPr>
              <a:t>Aislamiento:</a:t>
            </a:r>
            <a:endParaRPr b="1" sz="1200">
              <a:solidFill>
                <a:srgbClr val="EEF0FF"/>
              </a:solidFill>
              <a:highlight>
                <a:srgbClr val="1F1F1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rgbClr val="EEF0FF"/>
                </a:solidFill>
                <a:highlight>
                  <a:srgbClr val="1F1F1F"/>
                </a:highlight>
              </a:rPr>
              <a:t>Las transacciones deben ser ejecutadas de forma independiente, evitando interferencias entre ellas. Cada transacción debe tener la impresión de que está operando sola.</a:t>
            </a:r>
            <a:endParaRPr b="1" sz="1200">
              <a:solidFill>
                <a:srgbClr val="EEF0FF"/>
              </a:solidFill>
              <a:highlight>
                <a:srgbClr val="1F1F1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rgbClr val="EEF0FF"/>
                </a:solidFill>
                <a:highlight>
                  <a:srgbClr val="1F1F1F"/>
                </a:highlight>
              </a:rPr>
              <a:t>Durabilidad:</a:t>
            </a:r>
            <a:endParaRPr b="1" sz="1200">
              <a:solidFill>
                <a:srgbClr val="EEF0FF"/>
              </a:solidFill>
              <a:highlight>
                <a:srgbClr val="1F1F1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rgbClr val="EEF0FF"/>
                </a:solidFill>
                <a:highlight>
                  <a:srgbClr val="1F1F1F"/>
                </a:highlight>
              </a:rPr>
              <a:t>Una vez confirmada una transacción, los cambios deben ser permanentes, resistiendo incluso fallos del sistema. La información debe ser persistente.</a:t>
            </a:r>
            <a:endParaRPr b="1" sz="1200">
              <a:solidFill>
                <a:srgbClr val="EEF0FF"/>
              </a:solidFill>
              <a:highlight>
                <a:srgbClr val="1F1F1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rgbClr val="EEF0FF"/>
                </a:solidFill>
                <a:highlight>
                  <a:srgbClr val="1F1F1F"/>
                </a:highlight>
              </a:rPr>
              <a:t>Estos principios garantizan que los datos se mantengan precisos y confiables, incluso en entornos con múltiples usuarios y posibles fallos. Los sistemas de gestión de bases de datos (SGBD) que cumplen con estos principios se consideran "ACID-compliant". </a:t>
            </a:r>
            <a:endParaRPr b="1" sz="1200">
              <a:solidFill>
                <a:srgbClr val="EEF0FF"/>
              </a:solidFill>
              <a:highlight>
                <a:srgbClr val="1F1F1F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rgbClr val="EEF0FF"/>
              </a:solidFill>
              <a:highlight>
                <a:srgbClr val="1F1F1F"/>
              </a:highlight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987356" y="1629550"/>
            <a:ext cx="3422400" cy="1524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987356" y="3147050"/>
            <a:ext cx="3607200" cy="36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4" name="Google Shape;14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7" name="Google Shape;17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1" name="Google Shape;21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2" name="Google Shape;22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6" name="Google Shape;26;p6"/>
          <p:cNvSpPr txBox="1"/>
          <p:nvPr>
            <p:ph type="title"/>
          </p:nvPr>
        </p:nvSpPr>
        <p:spPr>
          <a:xfrm>
            <a:off x="457200" y="411475"/>
            <a:ext cx="8229600" cy="481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Fira Sans Extra Condensed"/>
              <a:buNone/>
              <a:defRPr sz="3000">
                <a:solidFill>
                  <a:srgbClr val="000000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Fira Sans Extra Condensed"/>
              <a:buNone/>
              <a:defRPr sz="3000">
                <a:solidFill>
                  <a:srgbClr val="000000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Fira Sans Extra Condensed"/>
              <a:buNone/>
              <a:defRPr sz="3000">
                <a:solidFill>
                  <a:srgbClr val="000000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Fira Sans Extra Condensed"/>
              <a:buNone/>
              <a:defRPr sz="3000">
                <a:solidFill>
                  <a:srgbClr val="000000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Fira Sans Extra Condensed"/>
              <a:buNone/>
              <a:defRPr sz="3000">
                <a:solidFill>
                  <a:srgbClr val="000000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Fira Sans Extra Condensed"/>
              <a:buNone/>
              <a:defRPr sz="3000">
                <a:solidFill>
                  <a:srgbClr val="000000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Fira Sans Extra Condensed"/>
              <a:buNone/>
              <a:defRPr sz="3000">
                <a:solidFill>
                  <a:srgbClr val="000000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Fira Sans Extra Condensed"/>
              <a:buNone/>
              <a:defRPr sz="3000">
                <a:solidFill>
                  <a:srgbClr val="000000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Fira Sans Extra Condensed"/>
              <a:buNone/>
              <a:defRPr sz="3000">
                <a:solidFill>
                  <a:srgbClr val="000000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29" name="Google Shape;29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0" name="Google Shape;30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3" name="Google Shape;33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7" name="Google Shape;37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8" name="Google Shape;38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9" name="Google Shape;39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2" name="Google Shape;42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5" name="Google Shape;45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6" name="Google Shape;46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 SemiBold"/>
              <a:buNone/>
              <a:defRPr sz="2800">
                <a:solidFill>
                  <a:schemeClr val="dk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 SemiBold"/>
              <a:buNone/>
              <a:defRPr sz="2800">
                <a:solidFill>
                  <a:schemeClr val="dk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 SemiBold"/>
              <a:buNone/>
              <a:defRPr sz="2800">
                <a:solidFill>
                  <a:schemeClr val="dk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 SemiBold"/>
              <a:buNone/>
              <a:defRPr sz="2800">
                <a:solidFill>
                  <a:schemeClr val="dk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 SemiBold"/>
              <a:buNone/>
              <a:defRPr sz="2800">
                <a:solidFill>
                  <a:schemeClr val="dk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 SemiBold"/>
              <a:buNone/>
              <a:defRPr sz="2800">
                <a:solidFill>
                  <a:schemeClr val="dk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 SemiBold"/>
              <a:buNone/>
              <a:defRPr sz="2800">
                <a:solidFill>
                  <a:schemeClr val="dk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 SemiBold"/>
              <a:buNone/>
              <a:defRPr sz="2800">
                <a:solidFill>
                  <a:schemeClr val="dk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 SemiBold"/>
              <a:buNone/>
              <a:defRPr sz="2800">
                <a:solidFill>
                  <a:schemeClr val="dk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●"/>
              <a:defRPr sz="1800"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1.png"/><Relationship Id="rId5" Type="http://schemas.openxmlformats.org/officeDocument/2006/relationships/image" Target="../media/image4.png"/><Relationship Id="rId6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3"/>
          <p:cNvSpPr txBox="1"/>
          <p:nvPr>
            <p:ph type="ctrTitle"/>
          </p:nvPr>
        </p:nvSpPr>
        <p:spPr>
          <a:xfrm>
            <a:off x="987350" y="1629550"/>
            <a:ext cx="4046400" cy="1524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Bases de datos Relacionales</a:t>
            </a:r>
            <a:endParaRPr/>
          </a:p>
        </p:txBody>
      </p:sp>
      <p:sp>
        <p:nvSpPr>
          <p:cNvPr id="54" name="Google Shape;54;p13"/>
          <p:cNvSpPr txBox="1"/>
          <p:nvPr>
            <p:ph idx="1" type="subTitle"/>
          </p:nvPr>
        </p:nvSpPr>
        <p:spPr>
          <a:xfrm>
            <a:off x="987356" y="3147050"/>
            <a:ext cx="3607200" cy="36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/>
              <a:t>Cristian Sainea</a:t>
            </a:r>
            <a:endParaRPr/>
          </a:p>
        </p:txBody>
      </p:sp>
      <p:sp>
        <p:nvSpPr>
          <p:cNvPr id="55" name="Google Shape;55;p13"/>
          <p:cNvSpPr/>
          <p:nvPr/>
        </p:nvSpPr>
        <p:spPr>
          <a:xfrm rot="5400000">
            <a:off x="7464244" y="3469259"/>
            <a:ext cx="692400" cy="692400"/>
          </a:xfrm>
          <a:prstGeom prst="ellipse">
            <a:avLst/>
          </a:prstGeom>
          <a:solidFill>
            <a:srgbClr val="FFFFFF"/>
          </a:solidFill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>
              <a:solidFill>
                <a:schemeClr val="accent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56" name="Google Shape;56;p13"/>
          <p:cNvSpPr/>
          <p:nvPr/>
        </p:nvSpPr>
        <p:spPr>
          <a:xfrm rot="5400000">
            <a:off x="6633319" y="3469259"/>
            <a:ext cx="692400" cy="692400"/>
          </a:xfrm>
          <a:prstGeom prst="ellipse">
            <a:avLst/>
          </a:prstGeom>
          <a:solidFill>
            <a:srgbClr val="FFFFFF"/>
          </a:solidFill>
          <a:ln cap="flat" cmpd="sng" w="2857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>
              <a:solidFill>
                <a:schemeClr val="accent2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57" name="Google Shape;57;p13"/>
          <p:cNvSpPr/>
          <p:nvPr/>
        </p:nvSpPr>
        <p:spPr>
          <a:xfrm rot="5400000">
            <a:off x="5802394" y="3469259"/>
            <a:ext cx="692400" cy="692400"/>
          </a:xfrm>
          <a:prstGeom prst="ellipse">
            <a:avLst/>
          </a:prstGeom>
          <a:solidFill>
            <a:srgbClr val="FFFFFF"/>
          </a:solidFill>
          <a:ln cap="flat" cmpd="sng" w="2857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>
              <a:solidFill>
                <a:schemeClr val="accent3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58" name="Google Shape;58;p13"/>
          <p:cNvSpPr/>
          <p:nvPr/>
        </p:nvSpPr>
        <p:spPr>
          <a:xfrm rot="5400000">
            <a:off x="4971469" y="3469259"/>
            <a:ext cx="692400" cy="692400"/>
          </a:xfrm>
          <a:prstGeom prst="ellipse">
            <a:avLst/>
          </a:prstGeom>
          <a:solidFill>
            <a:srgbClr val="FFFFFF"/>
          </a:solidFill>
          <a:ln cap="flat" cmpd="sng" w="285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>
              <a:solidFill>
                <a:schemeClr val="accent4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59" name="Google Shape;59;p13"/>
          <p:cNvSpPr/>
          <p:nvPr/>
        </p:nvSpPr>
        <p:spPr>
          <a:xfrm rot="5400000">
            <a:off x="5980990" y="962641"/>
            <a:ext cx="1230000" cy="126840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2857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0" name="Google Shape;60;p13"/>
          <p:cNvGrpSpPr/>
          <p:nvPr/>
        </p:nvGrpSpPr>
        <p:grpSpPr>
          <a:xfrm>
            <a:off x="6223525" y="1220554"/>
            <a:ext cx="744940" cy="752576"/>
            <a:chOff x="-2571737" y="2403625"/>
            <a:chExt cx="292225" cy="291425"/>
          </a:xfrm>
        </p:grpSpPr>
        <p:sp>
          <p:nvSpPr>
            <p:cNvPr id="61" name="Google Shape;61;p13"/>
            <p:cNvSpPr/>
            <p:nvPr/>
          </p:nvSpPr>
          <p:spPr>
            <a:xfrm>
              <a:off x="-2571737" y="2403625"/>
              <a:ext cx="292225" cy="291425"/>
            </a:xfrm>
            <a:custGeom>
              <a:rect b="b" l="l" r="r" t="t"/>
              <a:pathLst>
                <a:path extrusionOk="0" h="11657" w="11689">
                  <a:moveTo>
                    <a:pt x="9547" y="725"/>
                  </a:moveTo>
                  <a:cubicBezTo>
                    <a:pt x="9704" y="725"/>
                    <a:pt x="9830" y="788"/>
                    <a:pt x="9893" y="914"/>
                  </a:cubicBezTo>
                  <a:lnTo>
                    <a:pt x="10681" y="2772"/>
                  </a:lnTo>
                  <a:lnTo>
                    <a:pt x="1135" y="2772"/>
                  </a:lnTo>
                  <a:lnTo>
                    <a:pt x="1891" y="914"/>
                  </a:lnTo>
                  <a:cubicBezTo>
                    <a:pt x="1922" y="788"/>
                    <a:pt x="2080" y="725"/>
                    <a:pt x="2206" y="725"/>
                  </a:cubicBezTo>
                  <a:close/>
                  <a:moveTo>
                    <a:pt x="10649" y="3403"/>
                  </a:moveTo>
                  <a:cubicBezTo>
                    <a:pt x="10870" y="3403"/>
                    <a:pt x="11027" y="3560"/>
                    <a:pt x="11027" y="3749"/>
                  </a:cubicBezTo>
                  <a:lnTo>
                    <a:pt x="11027" y="5167"/>
                  </a:lnTo>
                  <a:cubicBezTo>
                    <a:pt x="11027" y="5356"/>
                    <a:pt x="10870" y="5513"/>
                    <a:pt x="10649" y="5513"/>
                  </a:cubicBezTo>
                  <a:lnTo>
                    <a:pt x="1040" y="5513"/>
                  </a:lnTo>
                  <a:cubicBezTo>
                    <a:pt x="851" y="5513"/>
                    <a:pt x="694" y="5356"/>
                    <a:pt x="694" y="5167"/>
                  </a:cubicBezTo>
                  <a:lnTo>
                    <a:pt x="694" y="3749"/>
                  </a:lnTo>
                  <a:cubicBezTo>
                    <a:pt x="694" y="3560"/>
                    <a:pt x="851" y="3403"/>
                    <a:pt x="1040" y="3403"/>
                  </a:cubicBezTo>
                  <a:close/>
                  <a:moveTo>
                    <a:pt x="10681" y="6206"/>
                  </a:moveTo>
                  <a:cubicBezTo>
                    <a:pt x="10870" y="6238"/>
                    <a:pt x="11027" y="6364"/>
                    <a:pt x="11027" y="6553"/>
                  </a:cubicBezTo>
                  <a:lnTo>
                    <a:pt x="11027" y="7939"/>
                  </a:lnTo>
                  <a:cubicBezTo>
                    <a:pt x="11027" y="8128"/>
                    <a:pt x="10870" y="8286"/>
                    <a:pt x="10681" y="8286"/>
                  </a:cubicBezTo>
                  <a:lnTo>
                    <a:pt x="1072" y="8286"/>
                  </a:lnTo>
                  <a:cubicBezTo>
                    <a:pt x="851" y="8286"/>
                    <a:pt x="694" y="8128"/>
                    <a:pt x="694" y="7939"/>
                  </a:cubicBezTo>
                  <a:lnTo>
                    <a:pt x="694" y="6553"/>
                  </a:lnTo>
                  <a:cubicBezTo>
                    <a:pt x="694" y="6364"/>
                    <a:pt x="851" y="6206"/>
                    <a:pt x="1072" y="6206"/>
                  </a:cubicBezTo>
                  <a:close/>
                  <a:moveTo>
                    <a:pt x="10681" y="8947"/>
                  </a:moveTo>
                  <a:cubicBezTo>
                    <a:pt x="10870" y="8947"/>
                    <a:pt x="11027" y="9105"/>
                    <a:pt x="11027" y="9294"/>
                  </a:cubicBezTo>
                  <a:lnTo>
                    <a:pt x="11027" y="10680"/>
                  </a:lnTo>
                  <a:cubicBezTo>
                    <a:pt x="11027" y="10869"/>
                    <a:pt x="10870" y="11027"/>
                    <a:pt x="10681" y="11027"/>
                  </a:cubicBezTo>
                  <a:lnTo>
                    <a:pt x="1072" y="11027"/>
                  </a:lnTo>
                  <a:cubicBezTo>
                    <a:pt x="851" y="11027"/>
                    <a:pt x="694" y="10869"/>
                    <a:pt x="694" y="10680"/>
                  </a:cubicBezTo>
                  <a:lnTo>
                    <a:pt x="694" y="9294"/>
                  </a:lnTo>
                  <a:cubicBezTo>
                    <a:pt x="694" y="9105"/>
                    <a:pt x="851" y="8947"/>
                    <a:pt x="1072" y="8947"/>
                  </a:cubicBezTo>
                  <a:close/>
                  <a:moveTo>
                    <a:pt x="2174" y="0"/>
                  </a:moveTo>
                  <a:cubicBezTo>
                    <a:pt x="1733" y="0"/>
                    <a:pt x="1387" y="252"/>
                    <a:pt x="1229" y="630"/>
                  </a:cubicBezTo>
                  <a:lnTo>
                    <a:pt x="64" y="3403"/>
                  </a:lnTo>
                  <a:cubicBezTo>
                    <a:pt x="32" y="3529"/>
                    <a:pt x="0" y="3686"/>
                    <a:pt x="0" y="3781"/>
                  </a:cubicBezTo>
                  <a:lnTo>
                    <a:pt x="0" y="5198"/>
                  </a:lnTo>
                  <a:cubicBezTo>
                    <a:pt x="0" y="5482"/>
                    <a:pt x="127" y="5734"/>
                    <a:pt x="284" y="5860"/>
                  </a:cubicBezTo>
                  <a:cubicBezTo>
                    <a:pt x="127" y="6080"/>
                    <a:pt x="0" y="6301"/>
                    <a:pt x="0" y="6553"/>
                  </a:cubicBezTo>
                  <a:lnTo>
                    <a:pt x="0" y="7908"/>
                  </a:lnTo>
                  <a:cubicBezTo>
                    <a:pt x="0" y="8191"/>
                    <a:pt x="127" y="8443"/>
                    <a:pt x="284" y="8601"/>
                  </a:cubicBezTo>
                  <a:cubicBezTo>
                    <a:pt x="127" y="8790"/>
                    <a:pt x="0" y="9010"/>
                    <a:pt x="0" y="9262"/>
                  </a:cubicBezTo>
                  <a:lnTo>
                    <a:pt x="0" y="10649"/>
                  </a:lnTo>
                  <a:cubicBezTo>
                    <a:pt x="0" y="11184"/>
                    <a:pt x="473" y="11657"/>
                    <a:pt x="1009" y="11657"/>
                  </a:cubicBezTo>
                  <a:lnTo>
                    <a:pt x="10618" y="11657"/>
                  </a:lnTo>
                  <a:cubicBezTo>
                    <a:pt x="11185" y="11657"/>
                    <a:pt x="11657" y="11184"/>
                    <a:pt x="11657" y="10649"/>
                  </a:cubicBezTo>
                  <a:lnTo>
                    <a:pt x="11657" y="9262"/>
                  </a:lnTo>
                  <a:cubicBezTo>
                    <a:pt x="11657" y="8979"/>
                    <a:pt x="11531" y="8758"/>
                    <a:pt x="11374" y="8601"/>
                  </a:cubicBezTo>
                  <a:cubicBezTo>
                    <a:pt x="11531" y="8380"/>
                    <a:pt x="11657" y="8160"/>
                    <a:pt x="11657" y="7908"/>
                  </a:cubicBezTo>
                  <a:lnTo>
                    <a:pt x="11657" y="6553"/>
                  </a:lnTo>
                  <a:cubicBezTo>
                    <a:pt x="11657" y="6269"/>
                    <a:pt x="11531" y="6017"/>
                    <a:pt x="11374" y="5860"/>
                  </a:cubicBezTo>
                  <a:cubicBezTo>
                    <a:pt x="11531" y="5671"/>
                    <a:pt x="11657" y="5450"/>
                    <a:pt x="11657" y="5198"/>
                  </a:cubicBezTo>
                  <a:lnTo>
                    <a:pt x="11657" y="3781"/>
                  </a:lnTo>
                  <a:lnTo>
                    <a:pt x="11689" y="3781"/>
                  </a:lnTo>
                  <a:cubicBezTo>
                    <a:pt x="11689" y="3686"/>
                    <a:pt x="11657" y="3529"/>
                    <a:pt x="11594" y="3403"/>
                  </a:cubicBezTo>
                  <a:lnTo>
                    <a:pt x="10460" y="630"/>
                  </a:lnTo>
                  <a:cubicBezTo>
                    <a:pt x="10303" y="252"/>
                    <a:pt x="9925" y="0"/>
                    <a:pt x="9515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" name="Google Shape;62;p13"/>
            <p:cNvSpPr/>
            <p:nvPr/>
          </p:nvSpPr>
          <p:spPr>
            <a:xfrm>
              <a:off x="-2485967" y="2649150"/>
              <a:ext cx="173300" cy="18150"/>
            </a:xfrm>
            <a:custGeom>
              <a:rect b="b" l="l" r="r" t="t"/>
              <a:pathLst>
                <a:path extrusionOk="0" h="726" w="6932">
                  <a:moveTo>
                    <a:pt x="378" y="1"/>
                  </a:moveTo>
                  <a:cubicBezTo>
                    <a:pt x="158" y="1"/>
                    <a:pt x="0" y="159"/>
                    <a:pt x="0" y="379"/>
                  </a:cubicBezTo>
                  <a:cubicBezTo>
                    <a:pt x="0" y="568"/>
                    <a:pt x="158" y="726"/>
                    <a:pt x="378" y="726"/>
                  </a:cubicBezTo>
                  <a:lnTo>
                    <a:pt x="6585" y="726"/>
                  </a:lnTo>
                  <a:cubicBezTo>
                    <a:pt x="6774" y="726"/>
                    <a:pt x="6931" y="568"/>
                    <a:pt x="6931" y="379"/>
                  </a:cubicBezTo>
                  <a:cubicBezTo>
                    <a:pt x="6931" y="159"/>
                    <a:pt x="6774" y="1"/>
                    <a:pt x="6585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" name="Google Shape;63;p13"/>
            <p:cNvSpPr/>
            <p:nvPr/>
          </p:nvSpPr>
          <p:spPr>
            <a:xfrm>
              <a:off x="-2485967" y="2511325"/>
              <a:ext cx="173300" cy="18150"/>
            </a:xfrm>
            <a:custGeom>
              <a:rect b="b" l="l" r="r" t="t"/>
              <a:pathLst>
                <a:path extrusionOk="0" h="726" w="6932">
                  <a:moveTo>
                    <a:pt x="378" y="1"/>
                  </a:moveTo>
                  <a:cubicBezTo>
                    <a:pt x="158" y="1"/>
                    <a:pt x="0" y="158"/>
                    <a:pt x="0" y="379"/>
                  </a:cubicBezTo>
                  <a:cubicBezTo>
                    <a:pt x="0" y="568"/>
                    <a:pt x="158" y="725"/>
                    <a:pt x="378" y="725"/>
                  </a:cubicBezTo>
                  <a:lnTo>
                    <a:pt x="6585" y="725"/>
                  </a:lnTo>
                  <a:cubicBezTo>
                    <a:pt x="6774" y="725"/>
                    <a:pt x="6931" y="568"/>
                    <a:pt x="6931" y="379"/>
                  </a:cubicBezTo>
                  <a:cubicBezTo>
                    <a:pt x="6931" y="158"/>
                    <a:pt x="6774" y="1"/>
                    <a:pt x="6585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" name="Google Shape;64;p13"/>
            <p:cNvSpPr/>
            <p:nvPr/>
          </p:nvSpPr>
          <p:spPr>
            <a:xfrm>
              <a:off x="-2540185" y="2511325"/>
              <a:ext cx="18125" cy="18925"/>
            </a:xfrm>
            <a:custGeom>
              <a:rect b="b" l="l" r="r" t="t"/>
              <a:pathLst>
                <a:path extrusionOk="0" h="757" w="725">
                  <a:moveTo>
                    <a:pt x="378" y="1"/>
                  </a:moveTo>
                  <a:cubicBezTo>
                    <a:pt x="158" y="1"/>
                    <a:pt x="0" y="158"/>
                    <a:pt x="0" y="379"/>
                  </a:cubicBezTo>
                  <a:cubicBezTo>
                    <a:pt x="0" y="568"/>
                    <a:pt x="158" y="757"/>
                    <a:pt x="378" y="757"/>
                  </a:cubicBezTo>
                  <a:cubicBezTo>
                    <a:pt x="567" y="757"/>
                    <a:pt x="725" y="568"/>
                    <a:pt x="725" y="379"/>
                  </a:cubicBezTo>
                  <a:cubicBezTo>
                    <a:pt x="725" y="158"/>
                    <a:pt x="567" y="1"/>
                    <a:pt x="378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13"/>
            <p:cNvSpPr/>
            <p:nvPr/>
          </p:nvSpPr>
          <p:spPr>
            <a:xfrm>
              <a:off x="-2485579" y="2580625"/>
              <a:ext cx="172525" cy="17350"/>
            </a:xfrm>
            <a:custGeom>
              <a:rect b="b" l="l" r="r" t="t"/>
              <a:pathLst>
                <a:path extrusionOk="0" h="694" w="6901">
                  <a:moveTo>
                    <a:pt x="347" y="0"/>
                  </a:moveTo>
                  <a:cubicBezTo>
                    <a:pt x="158" y="0"/>
                    <a:pt x="1" y="158"/>
                    <a:pt x="1" y="347"/>
                  </a:cubicBezTo>
                  <a:cubicBezTo>
                    <a:pt x="32" y="536"/>
                    <a:pt x="158" y="693"/>
                    <a:pt x="347" y="693"/>
                  </a:cubicBezTo>
                  <a:lnTo>
                    <a:pt x="6554" y="693"/>
                  </a:lnTo>
                  <a:cubicBezTo>
                    <a:pt x="6774" y="693"/>
                    <a:pt x="6900" y="536"/>
                    <a:pt x="6900" y="347"/>
                  </a:cubicBezTo>
                  <a:cubicBezTo>
                    <a:pt x="6900" y="158"/>
                    <a:pt x="6774" y="0"/>
                    <a:pt x="6554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" name="Google Shape;66;p13"/>
            <p:cNvSpPr/>
            <p:nvPr/>
          </p:nvSpPr>
          <p:spPr>
            <a:xfrm>
              <a:off x="-2540185" y="2580625"/>
              <a:ext cx="18125" cy="17350"/>
            </a:xfrm>
            <a:custGeom>
              <a:rect b="b" l="l" r="r" t="t"/>
              <a:pathLst>
                <a:path extrusionOk="0" h="694" w="725">
                  <a:moveTo>
                    <a:pt x="378" y="0"/>
                  </a:moveTo>
                  <a:cubicBezTo>
                    <a:pt x="158" y="0"/>
                    <a:pt x="0" y="158"/>
                    <a:pt x="0" y="347"/>
                  </a:cubicBezTo>
                  <a:cubicBezTo>
                    <a:pt x="0" y="536"/>
                    <a:pt x="158" y="693"/>
                    <a:pt x="378" y="693"/>
                  </a:cubicBezTo>
                  <a:cubicBezTo>
                    <a:pt x="567" y="693"/>
                    <a:pt x="725" y="536"/>
                    <a:pt x="725" y="347"/>
                  </a:cubicBezTo>
                  <a:cubicBezTo>
                    <a:pt x="725" y="158"/>
                    <a:pt x="567" y="0"/>
                    <a:pt x="378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" name="Google Shape;67;p13"/>
            <p:cNvSpPr/>
            <p:nvPr/>
          </p:nvSpPr>
          <p:spPr>
            <a:xfrm>
              <a:off x="-2540185" y="2649150"/>
              <a:ext cx="18125" cy="18150"/>
            </a:xfrm>
            <a:custGeom>
              <a:rect b="b" l="l" r="r" t="t"/>
              <a:pathLst>
                <a:path extrusionOk="0" h="726" w="725">
                  <a:moveTo>
                    <a:pt x="378" y="1"/>
                  </a:moveTo>
                  <a:cubicBezTo>
                    <a:pt x="158" y="1"/>
                    <a:pt x="0" y="159"/>
                    <a:pt x="0" y="379"/>
                  </a:cubicBezTo>
                  <a:cubicBezTo>
                    <a:pt x="0" y="568"/>
                    <a:pt x="158" y="726"/>
                    <a:pt x="378" y="726"/>
                  </a:cubicBezTo>
                  <a:cubicBezTo>
                    <a:pt x="567" y="726"/>
                    <a:pt x="725" y="568"/>
                    <a:pt x="725" y="379"/>
                  </a:cubicBezTo>
                  <a:cubicBezTo>
                    <a:pt x="725" y="159"/>
                    <a:pt x="567" y="1"/>
                    <a:pt x="378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68" name="Google Shape;68;p13"/>
          <p:cNvCxnSpPr>
            <a:stCxn id="59" idx="3"/>
            <a:endCxn id="58" idx="2"/>
          </p:cNvCxnSpPr>
          <p:nvPr/>
        </p:nvCxnSpPr>
        <p:spPr>
          <a:xfrm rot="5400000">
            <a:off x="5328190" y="2201341"/>
            <a:ext cx="1257300" cy="1278300"/>
          </a:xfrm>
          <a:prstGeom prst="bentConnector3">
            <a:avLst>
              <a:gd fmla="val 50004" name="adj1"/>
            </a:avLst>
          </a:prstGeom>
          <a:noFill/>
          <a:ln cap="flat" cmpd="sng" w="28575">
            <a:solidFill>
              <a:schemeClr val="accent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9" name="Google Shape;69;p13"/>
          <p:cNvCxnSpPr>
            <a:stCxn id="59" idx="3"/>
            <a:endCxn id="57" idx="2"/>
          </p:cNvCxnSpPr>
          <p:nvPr/>
        </p:nvCxnSpPr>
        <p:spPr>
          <a:xfrm rot="5400000">
            <a:off x="5743690" y="2616841"/>
            <a:ext cx="1257300" cy="447300"/>
          </a:xfrm>
          <a:prstGeom prst="bentConnector3">
            <a:avLst>
              <a:gd fmla="val 50004" name="adj1"/>
            </a:avLst>
          </a:prstGeom>
          <a:noFill/>
          <a:ln cap="flat" cmpd="sng" w="28575">
            <a:solidFill>
              <a:schemeClr val="accent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0" name="Google Shape;70;p13"/>
          <p:cNvCxnSpPr>
            <a:stCxn id="59" idx="3"/>
            <a:endCxn id="56" idx="2"/>
          </p:cNvCxnSpPr>
          <p:nvPr/>
        </p:nvCxnSpPr>
        <p:spPr>
          <a:xfrm flipH="1" rot="-5400000">
            <a:off x="6159040" y="2648791"/>
            <a:ext cx="1257300" cy="383400"/>
          </a:xfrm>
          <a:prstGeom prst="bentConnector3">
            <a:avLst>
              <a:gd fmla="val 50004" name="adj1"/>
            </a:avLst>
          </a:prstGeom>
          <a:noFill/>
          <a:ln cap="flat" cmpd="sng" w="28575">
            <a:solidFill>
              <a:schemeClr val="accent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1" name="Google Shape;71;p13"/>
          <p:cNvCxnSpPr>
            <a:stCxn id="59" idx="3"/>
            <a:endCxn id="55" idx="2"/>
          </p:cNvCxnSpPr>
          <p:nvPr/>
        </p:nvCxnSpPr>
        <p:spPr>
          <a:xfrm flipH="1" rot="-5400000">
            <a:off x="6574540" y="2233291"/>
            <a:ext cx="1257300" cy="1214400"/>
          </a:xfrm>
          <a:prstGeom prst="bentConnector3">
            <a:avLst>
              <a:gd fmla="val 50004" name="adj1"/>
            </a:avLst>
          </a:prstGeom>
          <a:noFill/>
          <a:ln cap="flat" cmpd="sng" w="28575">
            <a:solidFill>
              <a:schemeClr val="accent6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72" name="Google Shape;72;p13"/>
          <p:cNvGrpSpPr/>
          <p:nvPr/>
        </p:nvGrpSpPr>
        <p:grpSpPr>
          <a:xfrm>
            <a:off x="5142093" y="3632583"/>
            <a:ext cx="351136" cy="365769"/>
            <a:chOff x="-65129950" y="2646800"/>
            <a:chExt cx="311125" cy="317425"/>
          </a:xfrm>
        </p:grpSpPr>
        <p:sp>
          <p:nvSpPr>
            <p:cNvPr id="73" name="Google Shape;73;p13"/>
            <p:cNvSpPr/>
            <p:nvPr/>
          </p:nvSpPr>
          <p:spPr>
            <a:xfrm>
              <a:off x="-65129950" y="2646800"/>
              <a:ext cx="311125" cy="317425"/>
            </a:xfrm>
            <a:custGeom>
              <a:rect b="b" l="l" r="r" t="t"/>
              <a:pathLst>
                <a:path extrusionOk="0" h="12697" w="12445">
                  <a:moveTo>
                    <a:pt x="6648" y="851"/>
                  </a:moveTo>
                  <a:lnTo>
                    <a:pt x="6648" y="1954"/>
                  </a:lnTo>
                  <a:lnTo>
                    <a:pt x="5860" y="1954"/>
                  </a:lnTo>
                  <a:lnTo>
                    <a:pt x="5860" y="851"/>
                  </a:lnTo>
                  <a:close/>
                  <a:moveTo>
                    <a:pt x="1261" y="1954"/>
                  </a:moveTo>
                  <a:cubicBezTo>
                    <a:pt x="1355" y="1954"/>
                    <a:pt x="1450" y="1985"/>
                    <a:pt x="1544" y="2080"/>
                  </a:cubicBezTo>
                  <a:cubicBezTo>
                    <a:pt x="1733" y="2237"/>
                    <a:pt x="1733" y="2521"/>
                    <a:pt x="1576" y="2678"/>
                  </a:cubicBezTo>
                  <a:cubicBezTo>
                    <a:pt x="1497" y="2757"/>
                    <a:pt x="1387" y="2797"/>
                    <a:pt x="1276" y="2797"/>
                  </a:cubicBezTo>
                  <a:cubicBezTo>
                    <a:pt x="1166" y="2797"/>
                    <a:pt x="1056" y="2757"/>
                    <a:pt x="977" y="2678"/>
                  </a:cubicBezTo>
                  <a:cubicBezTo>
                    <a:pt x="819" y="2521"/>
                    <a:pt x="819" y="2237"/>
                    <a:pt x="977" y="2080"/>
                  </a:cubicBezTo>
                  <a:cubicBezTo>
                    <a:pt x="1072" y="1985"/>
                    <a:pt x="1198" y="1954"/>
                    <a:pt x="1261" y="1954"/>
                  </a:cubicBezTo>
                  <a:close/>
                  <a:moveTo>
                    <a:pt x="11216" y="1954"/>
                  </a:moveTo>
                  <a:cubicBezTo>
                    <a:pt x="11468" y="1954"/>
                    <a:pt x="11626" y="2143"/>
                    <a:pt x="11626" y="2395"/>
                  </a:cubicBezTo>
                  <a:cubicBezTo>
                    <a:pt x="11626" y="2615"/>
                    <a:pt x="11437" y="2836"/>
                    <a:pt x="11216" y="2836"/>
                  </a:cubicBezTo>
                  <a:cubicBezTo>
                    <a:pt x="11027" y="2836"/>
                    <a:pt x="10807" y="2615"/>
                    <a:pt x="10807" y="2395"/>
                  </a:cubicBezTo>
                  <a:cubicBezTo>
                    <a:pt x="10807" y="2143"/>
                    <a:pt x="10996" y="1954"/>
                    <a:pt x="11216" y="1954"/>
                  </a:cubicBezTo>
                  <a:close/>
                  <a:moveTo>
                    <a:pt x="6270" y="2773"/>
                  </a:moveTo>
                  <a:cubicBezTo>
                    <a:pt x="8759" y="2773"/>
                    <a:pt x="10807" y="4821"/>
                    <a:pt x="10807" y="7341"/>
                  </a:cubicBezTo>
                  <a:cubicBezTo>
                    <a:pt x="10807" y="9861"/>
                    <a:pt x="8759" y="11909"/>
                    <a:pt x="6270" y="11909"/>
                  </a:cubicBezTo>
                  <a:cubicBezTo>
                    <a:pt x="3781" y="11909"/>
                    <a:pt x="1733" y="9861"/>
                    <a:pt x="1733" y="7341"/>
                  </a:cubicBezTo>
                  <a:cubicBezTo>
                    <a:pt x="1733" y="4821"/>
                    <a:pt x="3781" y="2773"/>
                    <a:pt x="6270" y="2773"/>
                  </a:cubicBezTo>
                  <a:close/>
                  <a:moveTo>
                    <a:pt x="4663" y="0"/>
                  </a:moveTo>
                  <a:cubicBezTo>
                    <a:pt x="4411" y="0"/>
                    <a:pt x="4254" y="189"/>
                    <a:pt x="4254" y="410"/>
                  </a:cubicBezTo>
                  <a:cubicBezTo>
                    <a:pt x="4254" y="662"/>
                    <a:pt x="4474" y="851"/>
                    <a:pt x="4663" y="851"/>
                  </a:cubicBezTo>
                  <a:lnTo>
                    <a:pt x="5104" y="851"/>
                  </a:lnTo>
                  <a:lnTo>
                    <a:pt x="5104" y="2111"/>
                  </a:lnTo>
                  <a:cubicBezTo>
                    <a:pt x="4254" y="2300"/>
                    <a:pt x="3466" y="2710"/>
                    <a:pt x="2836" y="3245"/>
                  </a:cubicBezTo>
                  <a:lnTo>
                    <a:pt x="2489" y="2899"/>
                  </a:lnTo>
                  <a:cubicBezTo>
                    <a:pt x="2741" y="2426"/>
                    <a:pt x="2647" y="1891"/>
                    <a:pt x="2269" y="1481"/>
                  </a:cubicBezTo>
                  <a:cubicBezTo>
                    <a:pt x="2032" y="1245"/>
                    <a:pt x="1717" y="1127"/>
                    <a:pt x="1394" y="1127"/>
                  </a:cubicBezTo>
                  <a:cubicBezTo>
                    <a:pt x="1072" y="1127"/>
                    <a:pt x="741" y="1245"/>
                    <a:pt x="473" y="1481"/>
                  </a:cubicBezTo>
                  <a:cubicBezTo>
                    <a:pt x="0" y="1954"/>
                    <a:pt x="0" y="2741"/>
                    <a:pt x="473" y="3245"/>
                  </a:cubicBezTo>
                  <a:cubicBezTo>
                    <a:pt x="725" y="3498"/>
                    <a:pt x="1040" y="3624"/>
                    <a:pt x="1355" y="3624"/>
                  </a:cubicBezTo>
                  <a:cubicBezTo>
                    <a:pt x="1544" y="3624"/>
                    <a:pt x="1702" y="3561"/>
                    <a:pt x="1891" y="3498"/>
                  </a:cubicBezTo>
                  <a:lnTo>
                    <a:pt x="2269" y="3844"/>
                  </a:lnTo>
                  <a:cubicBezTo>
                    <a:pt x="1481" y="4789"/>
                    <a:pt x="946" y="6018"/>
                    <a:pt x="946" y="7341"/>
                  </a:cubicBezTo>
                  <a:cubicBezTo>
                    <a:pt x="946" y="10303"/>
                    <a:pt x="3371" y="12697"/>
                    <a:pt x="6301" y="12697"/>
                  </a:cubicBezTo>
                  <a:cubicBezTo>
                    <a:pt x="9263" y="12697"/>
                    <a:pt x="11657" y="10303"/>
                    <a:pt x="11657" y="7341"/>
                  </a:cubicBezTo>
                  <a:cubicBezTo>
                    <a:pt x="11657" y="6018"/>
                    <a:pt x="11185" y="4789"/>
                    <a:pt x="10365" y="3844"/>
                  </a:cubicBezTo>
                  <a:lnTo>
                    <a:pt x="10712" y="3498"/>
                  </a:lnTo>
                  <a:cubicBezTo>
                    <a:pt x="10838" y="3561"/>
                    <a:pt x="11027" y="3624"/>
                    <a:pt x="11216" y="3624"/>
                  </a:cubicBezTo>
                  <a:cubicBezTo>
                    <a:pt x="11909" y="3624"/>
                    <a:pt x="12445" y="3056"/>
                    <a:pt x="12445" y="2363"/>
                  </a:cubicBezTo>
                  <a:cubicBezTo>
                    <a:pt x="12445" y="1670"/>
                    <a:pt x="11909" y="1135"/>
                    <a:pt x="11216" y="1135"/>
                  </a:cubicBezTo>
                  <a:cubicBezTo>
                    <a:pt x="10555" y="1135"/>
                    <a:pt x="10019" y="1670"/>
                    <a:pt x="10019" y="2363"/>
                  </a:cubicBezTo>
                  <a:cubicBezTo>
                    <a:pt x="10019" y="2552"/>
                    <a:pt x="10050" y="2710"/>
                    <a:pt x="10113" y="2899"/>
                  </a:cubicBezTo>
                  <a:lnTo>
                    <a:pt x="9767" y="3245"/>
                  </a:lnTo>
                  <a:cubicBezTo>
                    <a:pt x="9137" y="2710"/>
                    <a:pt x="8349" y="2300"/>
                    <a:pt x="7530" y="2111"/>
                  </a:cubicBezTo>
                  <a:lnTo>
                    <a:pt x="7530" y="851"/>
                  </a:lnTo>
                  <a:lnTo>
                    <a:pt x="7971" y="851"/>
                  </a:lnTo>
                  <a:cubicBezTo>
                    <a:pt x="8192" y="851"/>
                    <a:pt x="8349" y="662"/>
                    <a:pt x="8349" y="410"/>
                  </a:cubicBezTo>
                  <a:cubicBezTo>
                    <a:pt x="8349" y="189"/>
                    <a:pt x="8160" y="0"/>
                    <a:pt x="797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13"/>
            <p:cNvSpPr/>
            <p:nvPr/>
          </p:nvSpPr>
          <p:spPr>
            <a:xfrm>
              <a:off x="-65066950" y="2738175"/>
              <a:ext cx="187475" cy="185100"/>
            </a:xfrm>
            <a:custGeom>
              <a:rect b="b" l="l" r="r" t="t"/>
              <a:pathLst>
                <a:path extrusionOk="0" h="7404" w="7499">
                  <a:moveTo>
                    <a:pt x="3309" y="819"/>
                  </a:moveTo>
                  <a:lnTo>
                    <a:pt x="3309" y="3686"/>
                  </a:lnTo>
                  <a:cubicBezTo>
                    <a:pt x="3309" y="3938"/>
                    <a:pt x="3498" y="4127"/>
                    <a:pt x="3718" y="4127"/>
                  </a:cubicBezTo>
                  <a:lnTo>
                    <a:pt x="6612" y="4127"/>
                  </a:lnTo>
                  <a:cubicBezTo>
                    <a:pt x="6410" y="5529"/>
                    <a:pt x="5188" y="6585"/>
                    <a:pt x="3750" y="6585"/>
                  </a:cubicBezTo>
                  <a:cubicBezTo>
                    <a:pt x="2143" y="6585"/>
                    <a:pt x="820" y="5261"/>
                    <a:pt x="820" y="3686"/>
                  </a:cubicBezTo>
                  <a:cubicBezTo>
                    <a:pt x="820" y="2237"/>
                    <a:pt x="1891" y="1008"/>
                    <a:pt x="3309" y="819"/>
                  </a:cubicBezTo>
                  <a:close/>
                  <a:moveTo>
                    <a:pt x="3750" y="0"/>
                  </a:moveTo>
                  <a:cubicBezTo>
                    <a:pt x="1702" y="0"/>
                    <a:pt x="1" y="1638"/>
                    <a:pt x="1" y="3686"/>
                  </a:cubicBezTo>
                  <a:cubicBezTo>
                    <a:pt x="1" y="5734"/>
                    <a:pt x="1671" y="7404"/>
                    <a:pt x="3750" y="7404"/>
                  </a:cubicBezTo>
                  <a:cubicBezTo>
                    <a:pt x="5798" y="7404"/>
                    <a:pt x="7499" y="5734"/>
                    <a:pt x="7499" y="3686"/>
                  </a:cubicBezTo>
                  <a:cubicBezTo>
                    <a:pt x="7499" y="3466"/>
                    <a:pt x="7278" y="3277"/>
                    <a:pt x="7058" y="3277"/>
                  </a:cubicBezTo>
                  <a:lnTo>
                    <a:pt x="4128" y="3277"/>
                  </a:lnTo>
                  <a:lnTo>
                    <a:pt x="4128" y="378"/>
                  </a:lnTo>
                  <a:cubicBezTo>
                    <a:pt x="4128" y="158"/>
                    <a:pt x="3939" y="0"/>
                    <a:pt x="375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5" name="Google Shape;75;p13"/>
          <p:cNvGrpSpPr/>
          <p:nvPr/>
        </p:nvGrpSpPr>
        <p:grpSpPr>
          <a:xfrm>
            <a:off x="5965703" y="3632603"/>
            <a:ext cx="365756" cy="365747"/>
            <a:chOff x="1412450" y="1954475"/>
            <a:chExt cx="297750" cy="296175"/>
          </a:xfrm>
        </p:grpSpPr>
        <p:sp>
          <p:nvSpPr>
            <p:cNvPr id="76" name="Google Shape;76;p13"/>
            <p:cNvSpPr/>
            <p:nvPr/>
          </p:nvSpPr>
          <p:spPr>
            <a:xfrm>
              <a:off x="1483350" y="2023800"/>
              <a:ext cx="155975" cy="155975"/>
            </a:xfrm>
            <a:custGeom>
              <a:rect b="b" l="l" r="r" t="t"/>
              <a:pathLst>
                <a:path extrusionOk="0" h="6239" w="6239">
                  <a:moveTo>
                    <a:pt x="3119" y="2079"/>
                  </a:moveTo>
                  <a:cubicBezTo>
                    <a:pt x="3529" y="2079"/>
                    <a:pt x="3844" y="2395"/>
                    <a:pt x="3844" y="2773"/>
                  </a:cubicBezTo>
                  <a:cubicBezTo>
                    <a:pt x="3844" y="3182"/>
                    <a:pt x="3529" y="3497"/>
                    <a:pt x="3119" y="3497"/>
                  </a:cubicBezTo>
                  <a:cubicBezTo>
                    <a:pt x="2741" y="3497"/>
                    <a:pt x="2426" y="3182"/>
                    <a:pt x="2426" y="2773"/>
                  </a:cubicBezTo>
                  <a:cubicBezTo>
                    <a:pt x="2426" y="2395"/>
                    <a:pt x="2741" y="2079"/>
                    <a:pt x="3119" y="2079"/>
                  </a:cubicBezTo>
                  <a:close/>
                  <a:moveTo>
                    <a:pt x="3119" y="725"/>
                  </a:moveTo>
                  <a:cubicBezTo>
                    <a:pt x="4474" y="725"/>
                    <a:pt x="5577" y="1827"/>
                    <a:pt x="5577" y="3182"/>
                  </a:cubicBezTo>
                  <a:cubicBezTo>
                    <a:pt x="5577" y="3686"/>
                    <a:pt x="5388" y="4159"/>
                    <a:pt x="5136" y="4537"/>
                  </a:cubicBezTo>
                  <a:cubicBezTo>
                    <a:pt x="4884" y="4190"/>
                    <a:pt x="4537" y="3907"/>
                    <a:pt x="4191" y="3718"/>
                  </a:cubicBezTo>
                  <a:cubicBezTo>
                    <a:pt x="4411" y="3497"/>
                    <a:pt x="4537" y="3182"/>
                    <a:pt x="4537" y="2804"/>
                  </a:cubicBezTo>
                  <a:cubicBezTo>
                    <a:pt x="4537" y="2079"/>
                    <a:pt x="3907" y="1449"/>
                    <a:pt x="3151" y="1449"/>
                  </a:cubicBezTo>
                  <a:cubicBezTo>
                    <a:pt x="2426" y="1449"/>
                    <a:pt x="1796" y="2079"/>
                    <a:pt x="1796" y="2804"/>
                  </a:cubicBezTo>
                  <a:cubicBezTo>
                    <a:pt x="1796" y="3182"/>
                    <a:pt x="1891" y="3497"/>
                    <a:pt x="2143" y="3718"/>
                  </a:cubicBezTo>
                  <a:cubicBezTo>
                    <a:pt x="1733" y="3907"/>
                    <a:pt x="1418" y="4190"/>
                    <a:pt x="1198" y="4537"/>
                  </a:cubicBezTo>
                  <a:cubicBezTo>
                    <a:pt x="914" y="4159"/>
                    <a:pt x="756" y="3686"/>
                    <a:pt x="756" y="3182"/>
                  </a:cubicBezTo>
                  <a:cubicBezTo>
                    <a:pt x="662" y="1796"/>
                    <a:pt x="1796" y="725"/>
                    <a:pt x="3119" y="725"/>
                  </a:cubicBezTo>
                  <a:close/>
                  <a:moveTo>
                    <a:pt x="3119" y="4190"/>
                  </a:moveTo>
                  <a:cubicBezTo>
                    <a:pt x="3749" y="4190"/>
                    <a:pt x="4317" y="4505"/>
                    <a:pt x="4632" y="5041"/>
                  </a:cubicBezTo>
                  <a:cubicBezTo>
                    <a:pt x="4222" y="5387"/>
                    <a:pt x="3686" y="5577"/>
                    <a:pt x="3119" y="5577"/>
                  </a:cubicBezTo>
                  <a:cubicBezTo>
                    <a:pt x="2584" y="5577"/>
                    <a:pt x="2017" y="5387"/>
                    <a:pt x="1639" y="5041"/>
                  </a:cubicBezTo>
                  <a:cubicBezTo>
                    <a:pt x="1954" y="4505"/>
                    <a:pt x="2489" y="4190"/>
                    <a:pt x="3119" y="4190"/>
                  </a:cubicBezTo>
                  <a:close/>
                  <a:moveTo>
                    <a:pt x="3119" y="0"/>
                  </a:moveTo>
                  <a:cubicBezTo>
                    <a:pt x="1387" y="0"/>
                    <a:pt x="0" y="1418"/>
                    <a:pt x="0" y="3119"/>
                  </a:cubicBezTo>
                  <a:cubicBezTo>
                    <a:pt x="0" y="4852"/>
                    <a:pt x="1387" y="6238"/>
                    <a:pt x="3119" y="6238"/>
                  </a:cubicBezTo>
                  <a:cubicBezTo>
                    <a:pt x="4852" y="6238"/>
                    <a:pt x="6238" y="4820"/>
                    <a:pt x="6238" y="3119"/>
                  </a:cubicBezTo>
                  <a:cubicBezTo>
                    <a:pt x="6238" y="1386"/>
                    <a:pt x="4821" y="0"/>
                    <a:pt x="311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" name="Google Shape;77;p13"/>
            <p:cNvSpPr/>
            <p:nvPr/>
          </p:nvSpPr>
          <p:spPr>
            <a:xfrm>
              <a:off x="1412450" y="1954475"/>
              <a:ext cx="297750" cy="296175"/>
            </a:xfrm>
            <a:custGeom>
              <a:rect b="b" l="l" r="r" t="t"/>
              <a:pathLst>
                <a:path extrusionOk="0" h="11847" w="11910">
                  <a:moveTo>
                    <a:pt x="6365" y="662"/>
                  </a:moveTo>
                  <a:lnTo>
                    <a:pt x="6522" y="1513"/>
                  </a:lnTo>
                  <a:cubicBezTo>
                    <a:pt x="6554" y="1702"/>
                    <a:pt x="6617" y="1765"/>
                    <a:pt x="6774" y="1797"/>
                  </a:cubicBezTo>
                  <a:cubicBezTo>
                    <a:pt x="7342" y="1923"/>
                    <a:pt x="7814" y="2112"/>
                    <a:pt x="8287" y="2427"/>
                  </a:cubicBezTo>
                  <a:cubicBezTo>
                    <a:pt x="8350" y="2474"/>
                    <a:pt x="8421" y="2498"/>
                    <a:pt x="8488" y="2498"/>
                  </a:cubicBezTo>
                  <a:cubicBezTo>
                    <a:pt x="8554" y="2498"/>
                    <a:pt x="8618" y="2474"/>
                    <a:pt x="8665" y="2427"/>
                  </a:cubicBezTo>
                  <a:lnTo>
                    <a:pt x="9389" y="1923"/>
                  </a:lnTo>
                  <a:lnTo>
                    <a:pt x="9925" y="2490"/>
                  </a:lnTo>
                  <a:lnTo>
                    <a:pt x="9421" y="3183"/>
                  </a:lnTo>
                  <a:cubicBezTo>
                    <a:pt x="9358" y="3309"/>
                    <a:pt x="9358" y="3466"/>
                    <a:pt x="9421" y="3592"/>
                  </a:cubicBezTo>
                  <a:cubicBezTo>
                    <a:pt x="9736" y="4065"/>
                    <a:pt x="9925" y="4537"/>
                    <a:pt x="10051" y="5073"/>
                  </a:cubicBezTo>
                  <a:cubicBezTo>
                    <a:pt x="10082" y="5231"/>
                    <a:pt x="10209" y="5294"/>
                    <a:pt x="10335" y="5357"/>
                  </a:cubicBezTo>
                  <a:lnTo>
                    <a:pt x="11185" y="5514"/>
                  </a:lnTo>
                  <a:lnTo>
                    <a:pt x="11185" y="6302"/>
                  </a:lnTo>
                  <a:lnTo>
                    <a:pt x="10335" y="6459"/>
                  </a:lnTo>
                  <a:cubicBezTo>
                    <a:pt x="10177" y="6491"/>
                    <a:pt x="10082" y="6585"/>
                    <a:pt x="10051" y="6743"/>
                  </a:cubicBezTo>
                  <a:cubicBezTo>
                    <a:pt x="9925" y="7278"/>
                    <a:pt x="9736" y="7751"/>
                    <a:pt x="9421" y="8224"/>
                  </a:cubicBezTo>
                  <a:cubicBezTo>
                    <a:pt x="9358" y="8350"/>
                    <a:pt x="9358" y="8507"/>
                    <a:pt x="9421" y="8633"/>
                  </a:cubicBezTo>
                  <a:lnTo>
                    <a:pt x="9925" y="9326"/>
                  </a:lnTo>
                  <a:lnTo>
                    <a:pt x="9389" y="9893"/>
                  </a:lnTo>
                  <a:lnTo>
                    <a:pt x="8665" y="9358"/>
                  </a:lnTo>
                  <a:cubicBezTo>
                    <a:pt x="8618" y="9326"/>
                    <a:pt x="8554" y="9310"/>
                    <a:pt x="8488" y="9310"/>
                  </a:cubicBezTo>
                  <a:cubicBezTo>
                    <a:pt x="8421" y="9310"/>
                    <a:pt x="8350" y="9326"/>
                    <a:pt x="8287" y="9358"/>
                  </a:cubicBezTo>
                  <a:cubicBezTo>
                    <a:pt x="7814" y="9673"/>
                    <a:pt x="7342" y="9893"/>
                    <a:pt x="6774" y="9988"/>
                  </a:cubicBezTo>
                  <a:cubicBezTo>
                    <a:pt x="6617" y="10051"/>
                    <a:pt x="6554" y="10145"/>
                    <a:pt x="6522" y="10271"/>
                  </a:cubicBezTo>
                  <a:lnTo>
                    <a:pt x="6365" y="11153"/>
                  </a:lnTo>
                  <a:lnTo>
                    <a:pt x="5577" y="11153"/>
                  </a:lnTo>
                  <a:lnTo>
                    <a:pt x="5420" y="10271"/>
                  </a:lnTo>
                  <a:cubicBezTo>
                    <a:pt x="5357" y="10114"/>
                    <a:pt x="5294" y="10051"/>
                    <a:pt x="5136" y="9988"/>
                  </a:cubicBezTo>
                  <a:cubicBezTo>
                    <a:pt x="4569" y="9893"/>
                    <a:pt x="4097" y="9673"/>
                    <a:pt x="3624" y="9358"/>
                  </a:cubicBezTo>
                  <a:cubicBezTo>
                    <a:pt x="3561" y="9326"/>
                    <a:pt x="3498" y="9310"/>
                    <a:pt x="3435" y="9310"/>
                  </a:cubicBezTo>
                  <a:cubicBezTo>
                    <a:pt x="3372" y="9310"/>
                    <a:pt x="3309" y="9326"/>
                    <a:pt x="3246" y="9358"/>
                  </a:cubicBezTo>
                  <a:lnTo>
                    <a:pt x="2521" y="9893"/>
                  </a:lnTo>
                  <a:lnTo>
                    <a:pt x="1986" y="9326"/>
                  </a:lnTo>
                  <a:lnTo>
                    <a:pt x="2490" y="8633"/>
                  </a:lnTo>
                  <a:cubicBezTo>
                    <a:pt x="2584" y="8507"/>
                    <a:pt x="2584" y="8350"/>
                    <a:pt x="2490" y="8224"/>
                  </a:cubicBezTo>
                  <a:cubicBezTo>
                    <a:pt x="2175" y="7751"/>
                    <a:pt x="1986" y="7278"/>
                    <a:pt x="1860" y="6743"/>
                  </a:cubicBezTo>
                  <a:cubicBezTo>
                    <a:pt x="1828" y="6585"/>
                    <a:pt x="1702" y="6491"/>
                    <a:pt x="1576" y="6459"/>
                  </a:cubicBezTo>
                  <a:lnTo>
                    <a:pt x="726" y="6302"/>
                  </a:lnTo>
                  <a:lnTo>
                    <a:pt x="726" y="5514"/>
                  </a:lnTo>
                  <a:lnTo>
                    <a:pt x="1576" y="5357"/>
                  </a:lnTo>
                  <a:cubicBezTo>
                    <a:pt x="1734" y="5325"/>
                    <a:pt x="1828" y="5231"/>
                    <a:pt x="1860" y="5073"/>
                  </a:cubicBezTo>
                  <a:cubicBezTo>
                    <a:pt x="1986" y="4506"/>
                    <a:pt x="2175" y="4065"/>
                    <a:pt x="2490" y="3592"/>
                  </a:cubicBezTo>
                  <a:cubicBezTo>
                    <a:pt x="2584" y="3466"/>
                    <a:pt x="2584" y="3309"/>
                    <a:pt x="2490" y="3183"/>
                  </a:cubicBezTo>
                  <a:lnTo>
                    <a:pt x="1986" y="2490"/>
                  </a:lnTo>
                  <a:lnTo>
                    <a:pt x="2521" y="1923"/>
                  </a:lnTo>
                  <a:lnTo>
                    <a:pt x="3246" y="2427"/>
                  </a:lnTo>
                  <a:cubicBezTo>
                    <a:pt x="3309" y="2474"/>
                    <a:pt x="3372" y="2498"/>
                    <a:pt x="3435" y="2498"/>
                  </a:cubicBezTo>
                  <a:cubicBezTo>
                    <a:pt x="3498" y="2498"/>
                    <a:pt x="3561" y="2474"/>
                    <a:pt x="3624" y="2427"/>
                  </a:cubicBezTo>
                  <a:cubicBezTo>
                    <a:pt x="4097" y="2112"/>
                    <a:pt x="4569" y="1923"/>
                    <a:pt x="5136" y="1797"/>
                  </a:cubicBezTo>
                  <a:cubicBezTo>
                    <a:pt x="5294" y="1765"/>
                    <a:pt x="5357" y="1639"/>
                    <a:pt x="5420" y="1513"/>
                  </a:cubicBezTo>
                  <a:lnTo>
                    <a:pt x="5577" y="662"/>
                  </a:lnTo>
                  <a:close/>
                  <a:moveTo>
                    <a:pt x="5262" y="1"/>
                  </a:moveTo>
                  <a:cubicBezTo>
                    <a:pt x="5073" y="1"/>
                    <a:pt x="4916" y="127"/>
                    <a:pt x="4884" y="284"/>
                  </a:cubicBezTo>
                  <a:lnTo>
                    <a:pt x="4727" y="1166"/>
                  </a:lnTo>
                  <a:cubicBezTo>
                    <a:pt x="4254" y="1292"/>
                    <a:pt x="3813" y="1481"/>
                    <a:pt x="3435" y="1734"/>
                  </a:cubicBezTo>
                  <a:lnTo>
                    <a:pt x="2679" y="1229"/>
                  </a:lnTo>
                  <a:cubicBezTo>
                    <a:pt x="2610" y="1174"/>
                    <a:pt x="2541" y="1149"/>
                    <a:pt x="2474" y="1149"/>
                  </a:cubicBezTo>
                  <a:cubicBezTo>
                    <a:pt x="2389" y="1149"/>
                    <a:pt x="2309" y="1190"/>
                    <a:pt x="2238" y="1261"/>
                  </a:cubicBezTo>
                  <a:lnTo>
                    <a:pt x="1261" y="2238"/>
                  </a:lnTo>
                  <a:cubicBezTo>
                    <a:pt x="1135" y="2364"/>
                    <a:pt x="1135" y="2553"/>
                    <a:pt x="1230" y="2679"/>
                  </a:cubicBezTo>
                  <a:lnTo>
                    <a:pt x="1734" y="3435"/>
                  </a:lnTo>
                  <a:cubicBezTo>
                    <a:pt x="1513" y="3813"/>
                    <a:pt x="1324" y="4254"/>
                    <a:pt x="1198" y="4726"/>
                  </a:cubicBezTo>
                  <a:lnTo>
                    <a:pt x="284" y="4884"/>
                  </a:lnTo>
                  <a:cubicBezTo>
                    <a:pt x="127" y="4915"/>
                    <a:pt x="1" y="5042"/>
                    <a:pt x="1" y="5231"/>
                  </a:cubicBezTo>
                  <a:lnTo>
                    <a:pt x="1" y="6617"/>
                  </a:lnTo>
                  <a:cubicBezTo>
                    <a:pt x="64" y="6774"/>
                    <a:pt x="158" y="6932"/>
                    <a:pt x="316" y="6963"/>
                  </a:cubicBezTo>
                  <a:lnTo>
                    <a:pt x="1230" y="7121"/>
                  </a:lnTo>
                  <a:cubicBezTo>
                    <a:pt x="1356" y="7593"/>
                    <a:pt x="1545" y="8034"/>
                    <a:pt x="1797" y="8413"/>
                  </a:cubicBezTo>
                  <a:lnTo>
                    <a:pt x="1261" y="9169"/>
                  </a:lnTo>
                  <a:cubicBezTo>
                    <a:pt x="1167" y="9295"/>
                    <a:pt x="1198" y="9484"/>
                    <a:pt x="1324" y="9610"/>
                  </a:cubicBezTo>
                  <a:lnTo>
                    <a:pt x="2301" y="10586"/>
                  </a:lnTo>
                  <a:cubicBezTo>
                    <a:pt x="2368" y="10654"/>
                    <a:pt x="2454" y="10685"/>
                    <a:pt x="2533" y="10685"/>
                  </a:cubicBezTo>
                  <a:cubicBezTo>
                    <a:pt x="2602" y="10685"/>
                    <a:pt x="2666" y="10662"/>
                    <a:pt x="2710" y="10618"/>
                  </a:cubicBezTo>
                  <a:lnTo>
                    <a:pt x="3466" y="10114"/>
                  </a:lnTo>
                  <a:cubicBezTo>
                    <a:pt x="3876" y="10366"/>
                    <a:pt x="4286" y="10555"/>
                    <a:pt x="4790" y="10681"/>
                  </a:cubicBezTo>
                  <a:lnTo>
                    <a:pt x="4947" y="11563"/>
                  </a:lnTo>
                  <a:cubicBezTo>
                    <a:pt x="4979" y="11721"/>
                    <a:pt x="5105" y="11847"/>
                    <a:pt x="5294" y="11847"/>
                  </a:cubicBezTo>
                  <a:lnTo>
                    <a:pt x="6680" y="11847"/>
                  </a:lnTo>
                  <a:cubicBezTo>
                    <a:pt x="6837" y="11847"/>
                    <a:pt x="6995" y="11721"/>
                    <a:pt x="7027" y="11563"/>
                  </a:cubicBezTo>
                  <a:lnTo>
                    <a:pt x="7184" y="10681"/>
                  </a:lnTo>
                  <a:cubicBezTo>
                    <a:pt x="7657" y="10555"/>
                    <a:pt x="8098" y="10366"/>
                    <a:pt x="8476" y="10114"/>
                  </a:cubicBezTo>
                  <a:lnTo>
                    <a:pt x="9232" y="10618"/>
                  </a:lnTo>
                  <a:cubicBezTo>
                    <a:pt x="9301" y="10673"/>
                    <a:pt x="9370" y="10698"/>
                    <a:pt x="9436" y="10698"/>
                  </a:cubicBezTo>
                  <a:cubicBezTo>
                    <a:pt x="9521" y="10698"/>
                    <a:pt x="9602" y="10657"/>
                    <a:pt x="9673" y="10586"/>
                  </a:cubicBezTo>
                  <a:lnTo>
                    <a:pt x="10650" y="9610"/>
                  </a:lnTo>
                  <a:cubicBezTo>
                    <a:pt x="10776" y="9484"/>
                    <a:pt x="10776" y="9295"/>
                    <a:pt x="10681" y="9169"/>
                  </a:cubicBezTo>
                  <a:lnTo>
                    <a:pt x="10177" y="8413"/>
                  </a:lnTo>
                  <a:cubicBezTo>
                    <a:pt x="10398" y="8034"/>
                    <a:pt x="10618" y="7593"/>
                    <a:pt x="10713" y="7121"/>
                  </a:cubicBezTo>
                  <a:lnTo>
                    <a:pt x="11626" y="6963"/>
                  </a:lnTo>
                  <a:cubicBezTo>
                    <a:pt x="11784" y="6932"/>
                    <a:pt x="11910" y="6806"/>
                    <a:pt x="11910" y="6617"/>
                  </a:cubicBezTo>
                  <a:lnTo>
                    <a:pt x="11910" y="5231"/>
                  </a:lnTo>
                  <a:cubicBezTo>
                    <a:pt x="11910" y="5073"/>
                    <a:pt x="11784" y="4915"/>
                    <a:pt x="11626" y="4884"/>
                  </a:cubicBezTo>
                  <a:lnTo>
                    <a:pt x="10713" y="4726"/>
                  </a:lnTo>
                  <a:cubicBezTo>
                    <a:pt x="10618" y="4254"/>
                    <a:pt x="10398" y="3813"/>
                    <a:pt x="10177" y="3403"/>
                  </a:cubicBezTo>
                  <a:lnTo>
                    <a:pt x="10681" y="2679"/>
                  </a:lnTo>
                  <a:cubicBezTo>
                    <a:pt x="10807" y="2553"/>
                    <a:pt x="10776" y="2364"/>
                    <a:pt x="10650" y="2238"/>
                  </a:cubicBezTo>
                  <a:lnTo>
                    <a:pt x="9673" y="1261"/>
                  </a:lnTo>
                  <a:cubicBezTo>
                    <a:pt x="9605" y="1193"/>
                    <a:pt x="9520" y="1162"/>
                    <a:pt x="9435" y="1162"/>
                  </a:cubicBezTo>
                  <a:cubicBezTo>
                    <a:pt x="9362" y="1162"/>
                    <a:pt x="9290" y="1186"/>
                    <a:pt x="9232" y="1229"/>
                  </a:cubicBezTo>
                  <a:lnTo>
                    <a:pt x="8476" y="1734"/>
                  </a:lnTo>
                  <a:cubicBezTo>
                    <a:pt x="8098" y="1481"/>
                    <a:pt x="7657" y="1292"/>
                    <a:pt x="7184" y="1166"/>
                  </a:cubicBezTo>
                  <a:lnTo>
                    <a:pt x="6995" y="284"/>
                  </a:lnTo>
                  <a:cubicBezTo>
                    <a:pt x="6932" y="127"/>
                    <a:pt x="6837" y="1"/>
                    <a:pt x="661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8" name="Google Shape;78;p13"/>
          <p:cNvGrpSpPr/>
          <p:nvPr/>
        </p:nvGrpSpPr>
        <p:grpSpPr>
          <a:xfrm>
            <a:off x="6782916" y="3632592"/>
            <a:ext cx="393186" cy="365766"/>
            <a:chOff x="-62890750" y="2296300"/>
            <a:chExt cx="330825" cy="317450"/>
          </a:xfrm>
        </p:grpSpPr>
        <p:sp>
          <p:nvSpPr>
            <p:cNvPr id="79" name="Google Shape;79;p13"/>
            <p:cNvSpPr/>
            <p:nvPr/>
          </p:nvSpPr>
          <p:spPr>
            <a:xfrm>
              <a:off x="-62890750" y="2296300"/>
              <a:ext cx="313500" cy="195375"/>
            </a:xfrm>
            <a:custGeom>
              <a:rect b="b" l="l" r="r" t="t"/>
              <a:pathLst>
                <a:path extrusionOk="0" h="7815" w="12540">
                  <a:moveTo>
                    <a:pt x="11437" y="2080"/>
                  </a:moveTo>
                  <a:lnTo>
                    <a:pt x="11658" y="2931"/>
                  </a:lnTo>
                  <a:lnTo>
                    <a:pt x="10776" y="2742"/>
                  </a:lnTo>
                  <a:lnTo>
                    <a:pt x="11437" y="2080"/>
                  </a:lnTo>
                  <a:close/>
                  <a:moveTo>
                    <a:pt x="6617" y="1"/>
                  </a:moveTo>
                  <a:cubicBezTo>
                    <a:pt x="4916" y="1"/>
                    <a:pt x="3340" y="662"/>
                    <a:pt x="2112" y="1828"/>
                  </a:cubicBezTo>
                  <a:cubicBezTo>
                    <a:pt x="663" y="3277"/>
                    <a:pt x="1" y="5420"/>
                    <a:pt x="379" y="7467"/>
                  </a:cubicBezTo>
                  <a:cubicBezTo>
                    <a:pt x="442" y="7656"/>
                    <a:pt x="568" y="7814"/>
                    <a:pt x="789" y="7814"/>
                  </a:cubicBezTo>
                  <a:lnTo>
                    <a:pt x="852" y="7814"/>
                  </a:lnTo>
                  <a:cubicBezTo>
                    <a:pt x="1104" y="7783"/>
                    <a:pt x="1198" y="7562"/>
                    <a:pt x="1167" y="7341"/>
                  </a:cubicBezTo>
                  <a:cubicBezTo>
                    <a:pt x="852" y="5577"/>
                    <a:pt x="1419" y="3718"/>
                    <a:pt x="2710" y="2458"/>
                  </a:cubicBezTo>
                  <a:cubicBezTo>
                    <a:pt x="3719" y="1450"/>
                    <a:pt x="5136" y="851"/>
                    <a:pt x="6617" y="851"/>
                  </a:cubicBezTo>
                  <a:cubicBezTo>
                    <a:pt x="7940" y="851"/>
                    <a:pt x="9200" y="1324"/>
                    <a:pt x="10177" y="2206"/>
                  </a:cubicBezTo>
                  <a:lnTo>
                    <a:pt x="9610" y="2773"/>
                  </a:lnTo>
                  <a:cubicBezTo>
                    <a:pt x="9484" y="2899"/>
                    <a:pt x="9452" y="3057"/>
                    <a:pt x="9484" y="3183"/>
                  </a:cubicBezTo>
                  <a:cubicBezTo>
                    <a:pt x="9515" y="3340"/>
                    <a:pt x="9641" y="3403"/>
                    <a:pt x="9799" y="3466"/>
                  </a:cubicBezTo>
                  <a:lnTo>
                    <a:pt x="12036" y="3939"/>
                  </a:lnTo>
                  <a:lnTo>
                    <a:pt x="12130" y="3939"/>
                  </a:lnTo>
                  <a:cubicBezTo>
                    <a:pt x="12225" y="3939"/>
                    <a:pt x="12319" y="3876"/>
                    <a:pt x="12382" y="3813"/>
                  </a:cubicBezTo>
                  <a:cubicBezTo>
                    <a:pt x="12508" y="3687"/>
                    <a:pt x="12540" y="3561"/>
                    <a:pt x="12508" y="3403"/>
                  </a:cubicBezTo>
                  <a:lnTo>
                    <a:pt x="12036" y="1167"/>
                  </a:lnTo>
                  <a:cubicBezTo>
                    <a:pt x="12004" y="1009"/>
                    <a:pt x="11878" y="883"/>
                    <a:pt x="11752" y="851"/>
                  </a:cubicBezTo>
                  <a:cubicBezTo>
                    <a:pt x="11715" y="844"/>
                    <a:pt x="11678" y="840"/>
                    <a:pt x="11642" y="840"/>
                  </a:cubicBezTo>
                  <a:cubicBezTo>
                    <a:pt x="11526" y="840"/>
                    <a:pt x="11422" y="881"/>
                    <a:pt x="11374" y="977"/>
                  </a:cubicBezTo>
                  <a:lnTo>
                    <a:pt x="10776" y="1576"/>
                  </a:lnTo>
                  <a:cubicBezTo>
                    <a:pt x="9641" y="536"/>
                    <a:pt x="8129" y="1"/>
                    <a:pt x="661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p13"/>
            <p:cNvSpPr/>
            <p:nvPr/>
          </p:nvSpPr>
          <p:spPr>
            <a:xfrm>
              <a:off x="-62874975" y="2417475"/>
              <a:ext cx="315050" cy="196275"/>
            </a:xfrm>
            <a:custGeom>
              <a:rect b="b" l="l" r="r" t="t"/>
              <a:pathLst>
                <a:path extrusionOk="0" h="7851" w="12602">
                  <a:moveTo>
                    <a:pt x="977" y="4857"/>
                  </a:moveTo>
                  <a:lnTo>
                    <a:pt x="1827" y="5078"/>
                  </a:lnTo>
                  <a:lnTo>
                    <a:pt x="1166" y="5739"/>
                  </a:lnTo>
                  <a:lnTo>
                    <a:pt x="977" y="4857"/>
                  </a:lnTo>
                  <a:close/>
                  <a:moveTo>
                    <a:pt x="11779" y="1"/>
                  </a:moveTo>
                  <a:cubicBezTo>
                    <a:pt x="11759" y="1"/>
                    <a:pt x="11739" y="2"/>
                    <a:pt x="11720" y="6"/>
                  </a:cubicBezTo>
                  <a:cubicBezTo>
                    <a:pt x="11499" y="69"/>
                    <a:pt x="11373" y="289"/>
                    <a:pt x="11405" y="478"/>
                  </a:cubicBezTo>
                  <a:cubicBezTo>
                    <a:pt x="11720" y="2274"/>
                    <a:pt x="11184" y="4101"/>
                    <a:pt x="9861" y="5361"/>
                  </a:cubicBezTo>
                  <a:cubicBezTo>
                    <a:pt x="8853" y="6401"/>
                    <a:pt x="7435" y="7000"/>
                    <a:pt x="5986" y="7000"/>
                  </a:cubicBezTo>
                  <a:cubicBezTo>
                    <a:pt x="4631" y="7000"/>
                    <a:pt x="3371" y="6527"/>
                    <a:pt x="2394" y="5645"/>
                  </a:cubicBezTo>
                  <a:lnTo>
                    <a:pt x="2993" y="5046"/>
                  </a:lnTo>
                  <a:cubicBezTo>
                    <a:pt x="3088" y="4952"/>
                    <a:pt x="3151" y="4794"/>
                    <a:pt x="3088" y="4668"/>
                  </a:cubicBezTo>
                  <a:cubicBezTo>
                    <a:pt x="3056" y="4511"/>
                    <a:pt x="2962" y="4416"/>
                    <a:pt x="2772" y="4385"/>
                  </a:cubicBezTo>
                  <a:lnTo>
                    <a:pt x="536" y="3912"/>
                  </a:lnTo>
                  <a:cubicBezTo>
                    <a:pt x="506" y="3905"/>
                    <a:pt x="476" y="3901"/>
                    <a:pt x="446" y="3901"/>
                  </a:cubicBezTo>
                  <a:cubicBezTo>
                    <a:pt x="350" y="3901"/>
                    <a:pt x="254" y="3942"/>
                    <a:pt x="158" y="4038"/>
                  </a:cubicBezTo>
                  <a:cubicBezTo>
                    <a:pt x="32" y="4164"/>
                    <a:pt x="0" y="4290"/>
                    <a:pt x="32" y="4448"/>
                  </a:cubicBezTo>
                  <a:lnTo>
                    <a:pt x="504" y="6685"/>
                  </a:lnTo>
                  <a:cubicBezTo>
                    <a:pt x="536" y="6842"/>
                    <a:pt x="662" y="6937"/>
                    <a:pt x="788" y="7000"/>
                  </a:cubicBezTo>
                  <a:lnTo>
                    <a:pt x="882" y="7000"/>
                  </a:lnTo>
                  <a:cubicBezTo>
                    <a:pt x="1008" y="7000"/>
                    <a:pt x="1103" y="6968"/>
                    <a:pt x="1166" y="6874"/>
                  </a:cubicBezTo>
                  <a:lnTo>
                    <a:pt x="1764" y="6275"/>
                  </a:lnTo>
                  <a:cubicBezTo>
                    <a:pt x="2899" y="7315"/>
                    <a:pt x="4411" y="7850"/>
                    <a:pt x="5923" y="7850"/>
                  </a:cubicBezTo>
                  <a:cubicBezTo>
                    <a:pt x="7624" y="7850"/>
                    <a:pt x="9200" y="7189"/>
                    <a:pt x="10428" y="6023"/>
                  </a:cubicBezTo>
                  <a:cubicBezTo>
                    <a:pt x="11909" y="4511"/>
                    <a:pt x="12602" y="2400"/>
                    <a:pt x="12192" y="321"/>
                  </a:cubicBezTo>
                  <a:cubicBezTo>
                    <a:pt x="12164" y="123"/>
                    <a:pt x="11958" y="1"/>
                    <a:pt x="1177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" name="Google Shape;81;p13"/>
            <p:cNvSpPr/>
            <p:nvPr/>
          </p:nvSpPr>
          <p:spPr>
            <a:xfrm>
              <a:off x="-62822225" y="2357750"/>
              <a:ext cx="193000" cy="192975"/>
            </a:xfrm>
            <a:custGeom>
              <a:rect b="b" l="l" r="r" t="t"/>
              <a:pathLst>
                <a:path extrusionOk="0" h="7719" w="7720">
                  <a:moveTo>
                    <a:pt x="2238" y="1323"/>
                  </a:moveTo>
                  <a:lnTo>
                    <a:pt x="2238" y="1323"/>
                  </a:lnTo>
                  <a:cubicBezTo>
                    <a:pt x="2143" y="1544"/>
                    <a:pt x="2049" y="1827"/>
                    <a:pt x="1986" y="2111"/>
                  </a:cubicBezTo>
                  <a:lnTo>
                    <a:pt x="1419" y="2111"/>
                  </a:lnTo>
                  <a:cubicBezTo>
                    <a:pt x="1671" y="1796"/>
                    <a:pt x="1923" y="1512"/>
                    <a:pt x="2238" y="1323"/>
                  </a:cubicBezTo>
                  <a:close/>
                  <a:moveTo>
                    <a:pt x="3466" y="1040"/>
                  </a:moveTo>
                  <a:lnTo>
                    <a:pt x="3466" y="2111"/>
                  </a:lnTo>
                  <a:lnTo>
                    <a:pt x="2836" y="2111"/>
                  </a:lnTo>
                  <a:cubicBezTo>
                    <a:pt x="2994" y="1575"/>
                    <a:pt x="3246" y="1229"/>
                    <a:pt x="3466" y="1040"/>
                  </a:cubicBezTo>
                  <a:close/>
                  <a:moveTo>
                    <a:pt x="4254" y="1040"/>
                  </a:moveTo>
                  <a:cubicBezTo>
                    <a:pt x="4538" y="1229"/>
                    <a:pt x="4727" y="1575"/>
                    <a:pt x="4884" y="2111"/>
                  </a:cubicBezTo>
                  <a:lnTo>
                    <a:pt x="4254" y="2111"/>
                  </a:lnTo>
                  <a:lnTo>
                    <a:pt x="4254" y="1040"/>
                  </a:lnTo>
                  <a:close/>
                  <a:moveTo>
                    <a:pt x="5483" y="1323"/>
                  </a:moveTo>
                  <a:lnTo>
                    <a:pt x="5483" y="1323"/>
                  </a:lnTo>
                  <a:cubicBezTo>
                    <a:pt x="5798" y="1512"/>
                    <a:pt x="6081" y="1796"/>
                    <a:pt x="6302" y="2111"/>
                  </a:cubicBezTo>
                  <a:lnTo>
                    <a:pt x="5766" y="2111"/>
                  </a:lnTo>
                  <a:cubicBezTo>
                    <a:pt x="5672" y="1827"/>
                    <a:pt x="5609" y="1544"/>
                    <a:pt x="5483" y="1323"/>
                  </a:cubicBezTo>
                  <a:close/>
                  <a:moveTo>
                    <a:pt x="1765" y="2930"/>
                  </a:moveTo>
                  <a:cubicBezTo>
                    <a:pt x="1734" y="3245"/>
                    <a:pt x="1702" y="3560"/>
                    <a:pt x="1702" y="3875"/>
                  </a:cubicBezTo>
                  <a:cubicBezTo>
                    <a:pt x="1702" y="4190"/>
                    <a:pt x="1734" y="4537"/>
                    <a:pt x="1765" y="4820"/>
                  </a:cubicBezTo>
                  <a:lnTo>
                    <a:pt x="978" y="4820"/>
                  </a:lnTo>
                  <a:cubicBezTo>
                    <a:pt x="883" y="4537"/>
                    <a:pt x="820" y="4222"/>
                    <a:pt x="820" y="3875"/>
                  </a:cubicBezTo>
                  <a:cubicBezTo>
                    <a:pt x="820" y="3497"/>
                    <a:pt x="883" y="3214"/>
                    <a:pt x="978" y="2930"/>
                  </a:cubicBezTo>
                  <a:close/>
                  <a:moveTo>
                    <a:pt x="5136" y="2930"/>
                  </a:moveTo>
                  <a:cubicBezTo>
                    <a:pt x="5168" y="3245"/>
                    <a:pt x="5199" y="3560"/>
                    <a:pt x="5199" y="3875"/>
                  </a:cubicBezTo>
                  <a:cubicBezTo>
                    <a:pt x="5199" y="4222"/>
                    <a:pt x="5168" y="4537"/>
                    <a:pt x="5136" y="4820"/>
                  </a:cubicBezTo>
                  <a:lnTo>
                    <a:pt x="4286" y="4820"/>
                  </a:lnTo>
                  <a:lnTo>
                    <a:pt x="4286" y="2930"/>
                  </a:lnTo>
                  <a:close/>
                  <a:moveTo>
                    <a:pt x="6743" y="2930"/>
                  </a:moveTo>
                  <a:cubicBezTo>
                    <a:pt x="6869" y="3245"/>
                    <a:pt x="6900" y="3560"/>
                    <a:pt x="6900" y="3875"/>
                  </a:cubicBezTo>
                  <a:cubicBezTo>
                    <a:pt x="6900" y="4222"/>
                    <a:pt x="6869" y="4537"/>
                    <a:pt x="6743" y="4820"/>
                  </a:cubicBezTo>
                  <a:lnTo>
                    <a:pt x="5955" y="4820"/>
                  </a:lnTo>
                  <a:cubicBezTo>
                    <a:pt x="5987" y="4505"/>
                    <a:pt x="6018" y="4190"/>
                    <a:pt x="6018" y="3875"/>
                  </a:cubicBezTo>
                  <a:cubicBezTo>
                    <a:pt x="6018" y="3560"/>
                    <a:pt x="5987" y="3214"/>
                    <a:pt x="5955" y="2930"/>
                  </a:cubicBezTo>
                  <a:close/>
                  <a:moveTo>
                    <a:pt x="3466" y="2930"/>
                  </a:moveTo>
                  <a:lnTo>
                    <a:pt x="3466" y="4852"/>
                  </a:lnTo>
                  <a:lnTo>
                    <a:pt x="2647" y="4852"/>
                  </a:lnTo>
                  <a:cubicBezTo>
                    <a:pt x="2553" y="4537"/>
                    <a:pt x="2553" y="4222"/>
                    <a:pt x="2553" y="3875"/>
                  </a:cubicBezTo>
                  <a:cubicBezTo>
                    <a:pt x="2553" y="3497"/>
                    <a:pt x="2616" y="3214"/>
                    <a:pt x="2647" y="2930"/>
                  </a:cubicBezTo>
                  <a:close/>
                  <a:moveTo>
                    <a:pt x="6302" y="5640"/>
                  </a:moveTo>
                  <a:cubicBezTo>
                    <a:pt x="6081" y="5955"/>
                    <a:pt x="5798" y="6238"/>
                    <a:pt x="5483" y="6427"/>
                  </a:cubicBezTo>
                  <a:cubicBezTo>
                    <a:pt x="5609" y="6207"/>
                    <a:pt x="5672" y="5923"/>
                    <a:pt x="5766" y="5640"/>
                  </a:cubicBezTo>
                  <a:close/>
                  <a:moveTo>
                    <a:pt x="1986" y="5671"/>
                  </a:moveTo>
                  <a:cubicBezTo>
                    <a:pt x="2049" y="5955"/>
                    <a:pt x="2143" y="6238"/>
                    <a:pt x="2238" y="6459"/>
                  </a:cubicBezTo>
                  <a:cubicBezTo>
                    <a:pt x="1923" y="6238"/>
                    <a:pt x="1671" y="5955"/>
                    <a:pt x="1419" y="5671"/>
                  </a:cubicBezTo>
                  <a:close/>
                  <a:moveTo>
                    <a:pt x="4916" y="5640"/>
                  </a:moveTo>
                  <a:cubicBezTo>
                    <a:pt x="4727" y="6144"/>
                    <a:pt x="4538" y="6522"/>
                    <a:pt x="4286" y="6711"/>
                  </a:cubicBezTo>
                  <a:lnTo>
                    <a:pt x="4286" y="5640"/>
                  </a:lnTo>
                  <a:close/>
                  <a:moveTo>
                    <a:pt x="3466" y="5671"/>
                  </a:moveTo>
                  <a:lnTo>
                    <a:pt x="3466" y="6742"/>
                  </a:lnTo>
                  <a:cubicBezTo>
                    <a:pt x="3246" y="6553"/>
                    <a:pt x="2994" y="6144"/>
                    <a:pt x="2836" y="5671"/>
                  </a:cubicBezTo>
                  <a:close/>
                  <a:moveTo>
                    <a:pt x="3876" y="0"/>
                  </a:moveTo>
                  <a:cubicBezTo>
                    <a:pt x="2301" y="0"/>
                    <a:pt x="915" y="945"/>
                    <a:pt x="316" y="2332"/>
                  </a:cubicBezTo>
                  <a:cubicBezTo>
                    <a:pt x="127" y="2804"/>
                    <a:pt x="1" y="3308"/>
                    <a:pt x="1" y="3875"/>
                  </a:cubicBezTo>
                  <a:cubicBezTo>
                    <a:pt x="1" y="4411"/>
                    <a:pt x="127" y="4946"/>
                    <a:pt x="316" y="5419"/>
                  </a:cubicBezTo>
                  <a:cubicBezTo>
                    <a:pt x="915" y="6774"/>
                    <a:pt x="2301" y="7719"/>
                    <a:pt x="3876" y="7719"/>
                  </a:cubicBezTo>
                  <a:cubicBezTo>
                    <a:pt x="5451" y="7719"/>
                    <a:pt x="6806" y="6774"/>
                    <a:pt x="7405" y="5419"/>
                  </a:cubicBezTo>
                  <a:cubicBezTo>
                    <a:pt x="7594" y="4946"/>
                    <a:pt x="7720" y="4411"/>
                    <a:pt x="7720" y="3875"/>
                  </a:cubicBezTo>
                  <a:cubicBezTo>
                    <a:pt x="7720" y="3308"/>
                    <a:pt x="7594" y="2804"/>
                    <a:pt x="7405" y="2332"/>
                  </a:cubicBezTo>
                  <a:cubicBezTo>
                    <a:pt x="6806" y="945"/>
                    <a:pt x="5451" y="0"/>
                    <a:pt x="387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2" name="Google Shape;82;p13"/>
          <p:cNvGrpSpPr/>
          <p:nvPr/>
        </p:nvGrpSpPr>
        <p:grpSpPr>
          <a:xfrm>
            <a:off x="7627546" y="3632577"/>
            <a:ext cx="365770" cy="365770"/>
            <a:chOff x="-3137650" y="2408950"/>
            <a:chExt cx="291450" cy="292125"/>
          </a:xfrm>
        </p:grpSpPr>
        <p:sp>
          <p:nvSpPr>
            <p:cNvPr id="83" name="Google Shape;83;p13"/>
            <p:cNvSpPr/>
            <p:nvPr/>
          </p:nvSpPr>
          <p:spPr>
            <a:xfrm>
              <a:off x="-3137650" y="2408950"/>
              <a:ext cx="291450" cy="292125"/>
            </a:xfrm>
            <a:custGeom>
              <a:rect b="b" l="l" r="r" t="t"/>
              <a:pathLst>
                <a:path extrusionOk="0" h="11685" w="11658">
                  <a:moveTo>
                    <a:pt x="10618" y="662"/>
                  </a:moveTo>
                  <a:cubicBezTo>
                    <a:pt x="10807" y="662"/>
                    <a:pt x="10964" y="851"/>
                    <a:pt x="10964" y="1040"/>
                  </a:cubicBezTo>
                  <a:lnTo>
                    <a:pt x="10964" y="2741"/>
                  </a:lnTo>
                  <a:lnTo>
                    <a:pt x="662" y="2741"/>
                  </a:lnTo>
                  <a:lnTo>
                    <a:pt x="662" y="1040"/>
                  </a:lnTo>
                  <a:cubicBezTo>
                    <a:pt x="662" y="851"/>
                    <a:pt x="820" y="662"/>
                    <a:pt x="1009" y="662"/>
                  </a:cubicBezTo>
                  <a:close/>
                  <a:moveTo>
                    <a:pt x="10964" y="3403"/>
                  </a:moveTo>
                  <a:lnTo>
                    <a:pt x="10964" y="8601"/>
                  </a:lnTo>
                  <a:cubicBezTo>
                    <a:pt x="10964" y="8790"/>
                    <a:pt x="10838" y="8947"/>
                    <a:pt x="10618" y="8947"/>
                  </a:cubicBezTo>
                  <a:lnTo>
                    <a:pt x="10145" y="8947"/>
                  </a:lnTo>
                  <a:cubicBezTo>
                    <a:pt x="10208" y="8727"/>
                    <a:pt x="10240" y="8443"/>
                    <a:pt x="10240" y="8160"/>
                  </a:cubicBezTo>
                  <a:lnTo>
                    <a:pt x="10240" y="5860"/>
                  </a:lnTo>
                  <a:cubicBezTo>
                    <a:pt x="10240" y="5673"/>
                    <a:pt x="10058" y="5531"/>
                    <a:pt x="9868" y="5531"/>
                  </a:cubicBezTo>
                  <a:cubicBezTo>
                    <a:pt x="9835" y="5531"/>
                    <a:pt x="9801" y="5535"/>
                    <a:pt x="9767" y="5545"/>
                  </a:cubicBezTo>
                  <a:cubicBezTo>
                    <a:pt x="9545" y="5641"/>
                    <a:pt x="9341" y="5691"/>
                    <a:pt x="9142" y="5691"/>
                  </a:cubicBezTo>
                  <a:cubicBezTo>
                    <a:pt x="8693" y="5691"/>
                    <a:pt x="8275" y="5439"/>
                    <a:pt x="7751" y="4915"/>
                  </a:cubicBezTo>
                  <a:cubicBezTo>
                    <a:pt x="7688" y="4868"/>
                    <a:pt x="7601" y="4844"/>
                    <a:pt x="7515" y="4844"/>
                  </a:cubicBezTo>
                  <a:cubicBezTo>
                    <a:pt x="7428" y="4844"/>
                    <a:pt x="7341" y="4868"/>
                    <a:pt x="7278" y="4915"/>
                  </a:cubicBezTo>
                  <a:cubicBezTo>
                    <a:pt x="6753" y="5440"/>
                    <a:pt x="6334" y="5677"/>
                    <a:pt x="5884" y="5677"/>
                  </a:cubicBezTo>
                  <a:cubicBezTo>
                    <a:pt x="5686" y="5677"/>
                    <a:pt x="5483" y="5631"/>
                    <a:pt x="5262" y="5545"/>
                  </a:cubicBezTo>
                  <a:cubicBezTo>
                    <a:pt x="5229" y="5535"/>
                    <a:pt x="5195" y="5531"/>
                    <a:pt x="5161" y="5531"/>
                  </a:cubicBezTo>
                  <a:cubicBezTo>
                    <a:pt x="4971" y="5531"/>
                    <a:pt x="4789" y="5673"/>
                    <a:pt x="4789" y="5860"/>
                  </a:cubicBezTo>
                  <a:lnTo>
                    <a:pt x="4789" y="8160"/>
                  </a:lnTo>
                  <a:cubicBezTo>
                    <a:pt x="4789" y="8443"/>
                    <a:pt x="4821" y="8664"/>
                    <a:pt x="4884" y="8947"/>
                  </a:cubicBezTo>
                  <a:lnTo>
                    <a:pt x="1009" y="8947"/>
                  </a:lnTo>
                  <a:cubicBezTo>
                    <a:pt x="820" y="8947"/>
                    <a:pt x="662" y="8790"/>
                    <a:pt x="662" y="8601"/>
                  </a:cubicBezTo>
                  <a:lnTo>
                    <a:pt x="662" y="3403"/>
                  </a:lnTo>
                  <a:close/>
                  <a:moveTo>
                    <a:pt x="7152" y="5923"/>
                  </a:moveTo>
                  <a:lnTo>
                    <a:pt x="7152" y="10838"/>
                  </a:lnTo>
                  <a:cubicBezTo>
                    <a:pt x="6144" y="10365"/>
                    <a:pt x="5451" y="9357"/>
                    <a:pt x="5451" y="8160"/>
                  </a:cubicBezTo>
                  <a:lnTo>
                    <a:pt x="5451" y="6301"/>
                  </a:lnTo>
                  <a:cubicBezTo>
                    <a:pt x="5604" y="6330"/>
                    <a:pt x="5750" y="6344"/>
                    <a:pt x="5891" y="6344"/>
                  </a:cubicBezTo>
                  <a:cubicBezTo>
                    <a:pt x="6359" y="6344"/>
                    <a:pt x="6765" y="6189"/>
                    <a:pt x="7152" y="5923"/>
                  </a:cubicBezTo>
                  <a:close/>
                  <a:moveTo>
                    <a:pt x="7877" y="5923"/>
                  </a:moveTo>
                  <a:cubicBezTo>
                    <a:pt x="8242" y="6166"/>
                    <a:pt x="8644" y="6353"/>
                    <a:pt x="9128" y="6353"/>
                  </a:cubicBezTo>
                  <a:cubicBezTo>
                    <a:pt x="9271" y="6353"/>
                    <a:pt x="9420" y="6337"/>
                    <a:pt x="9578" y="6301"/>
                  </a:cubicBezTo>
                  <a:lnTo>
                    <a:pt x="9578" y="8160"/>
                  </a:lnTo>
                  <a:cubicBezTo>
                    <a:pt x="9547" y="9357"/>
                    <a:pt x="8885" y="10365"/>
                    <a:pt x="7877" y="10838"/>
                  </a:cubicBezTo>
                  <a:lnTo>
                    <a:pt x="7877" y="5923"/>
                  </a:lnTo>
                  <a:close/>
                  <a:moveTo>
                    <a:pt x="1009" y="0"/>
                  </a:moveTo>
                  <a:cubicBezTo>
                    <a:pt x="473" y="0"/>
                    <a:pt x="1" y="473"/>
                    <a:pt x="1" y="1040"/>
                  </a:cubicBezTo>
                  <a:lnTo>
                    <a:pt x="1" y="8601"/>
                  </a:lnTo>
                  <a:cubicBezTo>
                    <a:pt x="1" y="9136"/>
                    <a:pt x="473" y="9609"/>
                    <a:pt x="1009" y="9609"/>
                  </a:cubicBezTo>
                  <a:lnTo>
                    <a:pt x="5073" y="9609"/>
                  </a:lnTo>
                  <a:cubicBezTo>
                    <a:pt x="5199" y="9893"/>
                    <a:pt x="5357" y="10145"/>
                    <a:pt x="5514" y="10365"/>
                  </a:cubicBezTo>
                  <a:cubicBezTo>
                    <a:pt x="5987" y="10995"/>
                    <a:pt x="6617" y="11436"/>
                    <a:pt x="7404" y="11657"/>
                  </a:cubicBezTo>
                  <a:cubicBezTo>
                    <a:pt x="7446" y="11657"/>
                    <a:pt x="7488" y="11685"/>
                    <a:pt x="7530" y="11685"/>
                  </a:cubicBezTo>
                  <a:cubicBezTo>
                    <a:pt x="7551" y="11685"/>
                    <a:pt x="7572" y="11678"/>
                    <a:pt x="7593" y="11657"/>
                  </a:cubicBezTo>
                  <a:cubicBezTo>
                    <a:pt x="8350" y="11436"/>
                    <a:pt x="9011" y="10995"/>
                    <a:pt x="9484" y="10365"/>
                  </a:cubicBezTo>
                  <a:cubicBezTo>
                    <a:pt x="9641" y="10145"/>
                    <a:pt x="9799" y="9893"/>
                    <a:pt x="9925" y="9609"/>
                  </a:cubicBezTo>
                  <a:lnTo>
                    <a:pt x="10618" y="9609"/>
                  </a:lnTo>
                  <a:cubicBezTo>
                    <a:pt x="11185" y="9609"/>
                    <a:pt x="11658" y="9136"/>
                    <a:pt x="11658" y="8601"/>
                  </a:cubicBezTo>
                  <a:lnTo>
                    <a:pt x="11658" y="1040"/>
                  </a:lnTo>
                  <a:cubicBezTo>
                    <a:pt x="11658" y="473"/>
                    <a:pt x="11217" y="0"/>
                    <a:pt x="106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" name="Google Shape;84;p13"/>
            <p:cNvSpPr/>
            <p:nvPr/>
          </p:nvSpPr>
          <p:spPr>
            <a:xfrm>
              <a:off x="-3104575" y="2442800"/>
              <a:ext cx="18150" cy="17350"/>
            </a:xfrm>
            <a:custGeom>
              <a:rect b="b" l="l" r="r" t="t"/>
              <a:pathLst>
                <a:path extrusionOk="0" h="694" w="726">
                  <a:moveTo>
                    <a:pt x="348" y="1"/>
                  </a:moveTo>
                  <a:cubicBezTo>
                    <a:pt x="158" y="1"/>
                    <a:pt x="1" y="158"/>
                    <a:pt x="1" y="347"/>
                  </a:cubicBezTo>
                  <a:cubicBezTo>
                    <a:pt x="1" y="536"/>
                    <a:pt x="158" y="694"/>
                    <a:pt x="348" y="694"/>
                  </a:cubicBezTo>
                  <a:cubicBezTo>
                    <a:pt x="568" y="694"/>
                    <a:pt x="726" y="536"/>
                    <a:pt x="726" y="347"/>
                  </a:cubicBezTo>
                  <a:cubicBezTo>
                    <a:pt x="726" y="158"/>
                    <a:pt x="568" y="1"/>
                    <a:pt x="34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" name="Google Shape;85;p13"/>
            <p:cNvSpPr/>
            <p:nvPr/>
          </p:nvSpPr>
          <p:spPr>
            <a:xfrm>
              <a:off x="-3069900" y="2442800"/>
              <a:ext cx="17350" cy="17350"/>
            </a:xfrm>
            <a:custGeom>
              <a:rect b="b" l="l" r="r" t="t"/>
              <a:pathLst>
                <a:path extrusionOk="0" h="694" w="694">
                  <a:moveTo>
                    <a:pt x="347" y="1"/>
                  </a:moveTo>
                  <a:cubicBezTo>
                    <a:pt x="158" y="1"/>
                    <a:pt x="0" y="158"/>
                    <a:pt x="0" y="347"/>
                  </a:cubicBezTo>
                  <a:cubicBezTo>
                    <a:pt x="0" y="536"/>
                    <a:pt x="158" y="694"/>
                    <a:pt x="347" y="694"/>
                  </a:cubicBezTo>
                  <a:cubicBezTo>
                    <a:pt x="536" y="694"/>
                    <a:pt x="693" y="536"/>
                    <a:pt x="693" y="347"/>
                  </a:cubicBezTo>
                  <a:cubicBezTo>
                    <a:pt x="693" y="158"/>
                    <a:pt x="536" y="1"/>
                    <a:pt x="34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13"/>
            <p:cNvSpPr/>
            <p:nvPr/>
          </p:nvSpPr>
          <p:spPr>
            <a:xfrm>
              <a:off x="-3035250" y="2442800"/>
              <a:ext cx="17350" cy="17350"/>
            </a:xfrm>
            <a:custGeom>
              <a:rect b="b" l="l" r="r" t="t"/>
              <a:pathLst>
                <a:path extrusionOk="0" h="694" w="694">
                  <a:moveTo>
                    <a:pt x="347" y="1"/>
                  </a:moveTo>
                  <a:cubicBezTo>
                    <a:pt x="158" y="1"/>
                    <a:pt x="0" y="158"/>
                    <a:pt x="0" y="347"/>
                  </a:cubicBezTo>
                  <a:cubicBezTo>
                    <a:pt x="0" y="536"/>
                    <a:pt x="158" y="694"/>
                    <a:pt x="347" y="694"/>
                  </a:cubicBezTo>
                  <a:cubicBezTo>
                    <a:pt x="536" y="694"/>
                    <a:pt x="693" y="536"/>
                    <a:pt x="693" y="347"/>
                  </a:cubicBezTo>
                  <a:cubicBezTo>
                    <a:pt x="693" y="158"/>
                    <a:pt x="536" y="1"/>
                    <a:pt x="34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13"/>
            <p:cNvSpPr/>
            <p:nvPr/>
          </p:nvSpPr>
          <p:spPr>
            <a:xfrm>
              <a:off x="-3002175" y="2442800"/>
              <a:ext cx="120525" cy="17350"/>
            </a:xfrm>
            <a:custGeom>
              <a:rect b="b" l="l" r="r" t="t"/>
              <a:pathLst>
                <a:path extrusionOk="0" h="694" w="4821">
                  <a:moveTo>
                    <a:pt x="347" y="1"/>
                  </a:moveTo>
                  <a:cubicBezTo>
                    <a:pt x="158" y="1"/>
                    <a:pt x="1" y="158"/>
                    <a:pt x="1" y="347"/>
                  </a:cubicBezTo>
                  <a:cubicBezTo>
                    <a:pt x="32" y="536"/>
                    <a:pt x="190" y="694"/>
                    <a:pt x="347" y="694"/>
                  </a:cubicBezTo>
                  <a:lnTo>
                    <a:pt x="4443" y="694"/>
                  </a:lnTo>
                  <a:cubicBezTo>
                    <a:pt x="4663" y="694"/>
                    <a:pt x="4821" y="536"/>
                    <a:pt x="4821" y="347"/>
                  </a:cubicBezTo>
                  <a:cubicBezTo>
                    <a:pt x="4821" y="158"/>
                    <a:pt x="4663" y="1"/>
                    <a:pt x="444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4"/>
          <p:cNvSpPr/>
          <p:nvPr/>
        </p:nvSpPr>
        <p:spPr>
          <a:xfrm>
            <a:off x="2599175" y="1545925"/>
            <a:ext cx="1565700" cy="1252200"/>
          </a:xfrm>
          <a:prstGeom prst="roundRect">
            <a:avLst>
              <a:gd fmla="val 11451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14"/>
          <p:cNvSpPr/>
          <p:nvPr/>
        </p:nvSpPr>
        <p:spPr>
          <a:xfrm>
            <a:off x="4750525" y="1545925"/>
            <a:ext cx="1565700" cy="1252200"/>
          </a:xfrm>
          <a:prstGeom prst="roundRect">
            <a:avLst>
              <a:gd fmla="val 11451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14"/>
          <p:cNvSpPr/>
          <p:nvPr/>
        </p:nvSpPr>
        <p:spPr>
          <a:xfrm>
            <a:off x="6901875" y="1545925"/>
            <a:ext cx="1565700" cy="1252200"/>
          </a:xfrm>
          <a:prstGeom prst="roundRect">
            <a:avLst>
              <a:gd fmla="val 11451" name="adj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14"/>
          <p:cNvSpPr/>
          <p:nvPr/>
        </p:nvSpPr>
        <p:spPr>
          <a:xfrm>
            <a:off x="447825" y="1545925"/>
            <a:ext cx="1565700" cy="1252200"/>
          </a:xfrm>
          <a:prstGeom prst="roundRect">
            <a:avLst>
              <a:gd fmla="val 11451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14"/>
          <p:cNvSpPr txBox="1"/>
          <p:nvPr>
            <p:ph type="title"/>
          </p:nvPr>
        </p:nvSpPr>
        <p:spPr>
          <a:xfrm>
            <a:off x="457200" y="411475"/>
            <a:ext cx="8229600" cy="481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¿Usamos bases de datos en las apps tradicionales?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97" name="Google Shape;97;p14"/>
          <p:cNvSpPr txBox="1"/>
          <p:nvPr/>
        </p:nvSpPr>
        <p:spPr>
          <a:xfrm>
            <a:off x="448057" y="4359825"/>
            <a:ext cx="1749600" cy="37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Oracle, SQL Server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8" name="Google Shape;98;p14"/>
          <p:cNvSpPr txBox="1"/>
          <p:nvPr/>
        </p:nvSpPr>
        <p:spPr>
          <a:xfrm>
            <a:off x="448052" y="4079301"/>
            <a:ext cx="963300" cy="28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accent2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Bancos</a:t>
            </a:r>
            <a:endParaRPr b="1" sz="1600">
              <a:solidFill>
                <a:schemeClr val="accent2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99" name="Google Shape;99;p14"/>
          <p:cNvSpPr txBox="1"/>
          <p:nvPr/>
        </p:nvSpPr>
        <p:spPr>
          <a:xfrm>
            <a:off x="448050" y="3454025"/>
            <a:ext cx="1860600" cy="37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PostgreSQL - Cassandra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0" name="Google Shape;100;p14"/>
          <p:cNvSpPr txBox="1"/>
          <p:nvPr/>
        </p:nvSpPr>
        <p:spPr>
          <a:xfrm>
            <a:off x="448052" y="3173500"/>
            <a:ext cx="963300" cy="28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accen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Netflix</a:t>
            </a:r>
            <a:endParaRPr b="1" sz="1600">
              <a:solidFill>
                <a:schemeClr val="accent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101" name="Google Shape;101;p14"/>
          <p:cNvSpPr txBox="1"/>
          <p:nvPr/>
        </p:nvSpPr>
        <p:spPr>
          <a:xfrm>
            <a:off x="2802114" y="4359825"/>
            <a:ext cx="1779000" cy="37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MySQL (relacional), Cassandra, SQLite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2" name="Google Shape;102;p14"/>
          <p:cNvSpPr txBox="1"/>
          <p:nvPr/>
        </p:nvSpPr>
        <p:spPr>
          <a:xfrm>
            <a:off x="2802125" y="4079300"/>
            <a:ext cx="1029300" cy="28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accent4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WhatsApp</a:t>
            </a:r>
            <a:endParaRPr b="1" sz="1600">
              <a:solidFill>
                <a:schemeClr val="accent4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103" name="Google Shape;103;p14"/>
          <p:cNvSpPr txBox="1"/>
          <p:nvPr/>
        </p:nvSpPr>
        <p:spPr>
          <a:xfrm>
            <a:off x="2802114" y="3425451"/>
            <a:ext cx="1749600" cy="37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MySQL, Cassandra, Redis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4" name="Google Shape;104;p14"/>
          <p:cNvSpPr txBox="1"/>
          <p:nvPr/>
        </p:nvSpPr>
        <p:spPr>
          <a:xfrm>
            <a:off x="2802127" y="3144925"/>
            <a:ext cx="963300" cy="28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accent3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TikTok</a:t>
            </a:r>
            <a:endParaRPr b="1" sz="1600">
              <a:solidFill>
                <a:schemeClr val="accent3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pic>
        <p:nvPicPr>
          <p:cNvPr id="105" name="Google Shape;105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0150" y="1547400"/>
            <a:ext cx="1252200" cy="1252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51725" y="1611500"/>
            <a:ext cx="963300" cy="112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p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906643" y="1712693"/>
            <a:ext cx="893050" cy="893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p1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173725" y="1590447"/>
            <a:ext cx="1163850" cy="1166109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4"/>
          <p:cNvSpPr txBox="1"/>
          <p:nvPr>
            <p:ph type="title"/>
          </p:nvPr>
        </p:nvSpPr>
        <p:spPr>
          <a:xfrm>
            <a:off x="4867625" y="3647700"/>
            <a:ext cx="3553800" cy="481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Qué otras bases de datos conoces?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5"/>
          <p:cNvSpPr txBox="1"/>
          <p:nvPr>
            <p:ph type="title"/>
          </p:nvPr>
        </p:nvSpPr>
        <p:spPr>
          <a:xfrm>
            <a:off x="457200" y="411475"/>
            <a:ext cx="8229600" cy="481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¿Qué es una base de datos?</a:t>
            </a:r>
            <a:endParaRPr/>
          </a:p>
        </p:txBody>
      </p:sp>
      <p:sp>
        <p:nvSpPr>
          <p:cNvPr id="115" name="Google Shape;115;p15"/>
          <p:cNvSpPr txBox="1"/>
          <p:nvPr/>
        </p:nvSpPr>
        <p:spPr>
          <a:xfrm>
            <a:off x="1696325" y="1778075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15"/>
          <p:cNvSpPr/>
          <p:nvPr/>
        </p:nvSpPr>
        <p:spPr>
          <a:xfrm>
            <a:off x="1387650" y="1118125"/>
            <a:ext cx="6368700" cy="754500"/>
          </a:xfrm>
          <a:prstGeom prst="rect">
            <a:avLst/>
          </a:prstGeom>
          <a:gradFill>
            <a:gsLst>
              <a:gs pos="0">
                <a:srgbClr val="DBD4EB"/>
              </a:gs>
              <a:gs pos="100000">
                <a:srgbClr val="9080BB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15"/>
          <p:cNvSpPr txBox="1"/>
          <p:nvPr/>
        </p:nvSpPr>
        <p:spPr>
          <a:xfrm>
            <a:off x="1552250" y="1207500"/>
            <a:ext cx="5888100" cy="59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Es una colección organizada de información estructurada, o datos, que normalmente se almacena y gestiona electrónicamente</a:t>
            </a:r>
            <a:endParaRPr sz="12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8" name="Google Shape;118;p15"/>
          <p:cNvSpPr/>
          <p:nvPr/>
        </p:nvSpPr>
        <p:spPr>
          <a:xfrm>
            <a:off x="2713475" y="2286775"/>
            <a:ext cx="1819200" cy="1818000"/>
          </a:xfrm>
          <a:prstGeom prst="roundRect">
            <a:avLst>
              <a:gd fmla="val 11451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Almacenamiento electrónico:</a:t>
            </a:r>
            <a:br>
              <a:rPr b="1" lang="en" sz="1200">
                <a:solidFill>
                  <a:schemeClr val="lt1"/>
                </a:solidFill>
              </a:rPr>
            </a:b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</a:rPr>
              <a:t>Las bases de datos suelen almacenarse en dispositivos electrónicos como discos duros o servidores.</a:t>
            </a:r>
            <a:endParaRPr sz="1000">
              <a:solidFill>
                <a:schemeClr val="lt1"/>
              </a:solidFill>
            </a:endParaRPr>
          </a:p>
        </p:txBody>
      </p:sp>
      <p:sp>
        <p:nvSpPr>
          <p:cNvPr id="119" name="Google Shape;119;p15"/>
          <p:cNvSpPr/>
          <p:nvPr/>
        </p:nvSpPr>
        <p:spPr>
          <a:xfrm>
            <a:off x="4864825" y="2286775"/>
            <a:ext cx="1819200" cy="1818000"/>
          </a:xfrm>
          <a:prstGeom prst="roundRect">
            <a:avLst>
              <a:gd fmla="val 11451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Sistema de gestión:</a:t>
            </a:r>
            <a:br>
              <a:rPr b="1" lang="en" sz="1200">
                <a:solidFill>
                  <a:schemeClr val="lt1"/>
                </a:solidFill>
              </a:rPr>
            </a:br>
            <a:endParaRPr b="1" sz="12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</a:rPr>
              <a:t>Las bases de datos suelen estar gestionadas por un sistema de gestión de bases de datos (DBMS).</a:t>
            </a:r>
            <a:endParaRPr sz="1000">
              <a:solidFill>
                <a:schemeClr val="lt1"/>
              </a:solidFill>
            </a:endParaRPr>
          </a:p>
        </p:txBody>
      </p:sp>
      <p:sp>
        <p:nvSpPr>
          <p:cNvPr id="120" name="Google Shape;120;p15"/>
          <p:cNvSpPr/>
          <p:nvPr/>
        </p:nvSpPr>
        <p:spPr>
          <a:xfrm>
            <a:off x="7016175" y="2286775"/>
            <a:ext cx="1549500" cy="1818000"/>
          </a:xfrm>
          <a:prstGeom prst="roundRect">
            <a:avLst>
              <a:gd fmla="val 11451" name="adj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Acceso y manipulación:</a:t>
            </a:r>
            <a:br>
              <a:rPr b="1" lang="en" sz="1200">
                <a:solidFill>
                  <a:schemeClr val="lt1"/>
                </a:solidFill>
              </a:rPr>
            </a:br>
            <a:endParaRPr b="1" sz="12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</a:rPr>
              <a:t>Permiten a múltiples usuarios acceder y manipular los datos de forma segura y eficiente.</a:t>
            </a:r>
            <a:endParaRPr sz="1000">
              <a:solidFill>
                <a:schemeClr val="lt1"/>
              </a:solidFill>
            </a:endParaRPr>
          </a:p>
        </p:txBody>
      </p:sp>
      <p:sp>
        <p:nvSpPr>
          <p:cNvPr id="121" name="Google Shape;121;p15"/>
          <p:cNvSpPr/>
          <p:nvPr/>
        </p:nvSpPr>
        <p:spPr>
          <a:xfrm>
            <a:off x="562125" y="2286775"/>
            <a:ext cx="1819200" cy="1818000"/>
          </a:xfrm>
          <a:prstGeom prst="roundRect">
            <a:avLst>
              <a:gd fmla="val 11451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EFEFE"/>
                </a:solidFill>
              </a:rPr>
              <a:t>Organización:</a:t>
            </a:r>
            <a:br>
              <a:rPr b="1" lang="en" sz="1200">
                <a:solidFill>
                  <a:srgbClr val="FEFEFE"/>
                </a:solidFill>
              </a:rPr>
            </a:br>
            <a:br>
              <a:rPr lang="en">
                <a:solidFill>
                  <a:srgbClr val="FEFEFE"/>
                </a:solidFill>
              </a:rPr>
            </a:br>
            <a:r>
              <a:rPr lang="en" sz="1000">
                <a:solidFill>
                  <a:srgbClr val="FEFEFE"/>
                </a:solidFill>
              </a:rPr>
              <a:t>La información se organiza de forma sistemática, lo que facilita la búsqueda y recuperación de datos.</a:t>
            </a:r>
            <a:endParaRPr sz="1000">
              <a:solidFill>
                <a:srgbClr val="FEFEFE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6"/>
          <p:cNvSpPr/>
          <p:nvPr/>
        </p:nvSpPr>
        <p:spPr>
          <a:xfrm>
            <a:off x="4770000" y="1543775"/>
            <a:ext cx="3916800" cy="3192900"/>
          </a:xfrm>
          <a:prstGeom prst="roundRect">
            <a:avLst>
              <a:gd fmla="val 7339" name="adj"/>
            </a:avLst>
          </a:prstGeom>
          <a:solidFill>
            <a:schemeClr val="lt1"/>
          </a:solidFill>
          <a:ln cap="flat" cmpd="sng" w="1905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16"/>
          <p:cNvSpPr/>
          <p:nvPr/>
        </p:nvSpPr>
        <p:spPr>
          <a:xfrm>
            <a:off x="5171900" y="1182263"/>
            <a:ext cx="3113100" cy="590400"/>
          </a:xfrm>
          <a:prstGeom prst="roundRect">
            <a:avLst>
              <a:gd fmla="val 50000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16"/>
          <p:cNvSpPr txBox="1"/>
          <p:nvPr/>
        </p:nvSpPr>
        <p:spPr>
          <a:xfrm>
            <a:off x="5593075" y="1313513"/>
            <a:ext cx="2270700" cy="32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182875" spcFirstLastPara="1" rIns="182875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BD no relacionales</a:t>
            </a:r>
            <a:endParaRPr b="1" sz="1600"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129" name="Google Shape;129;p16"/>
          <p:cNvSpPr/>
          <p:nvPr/>
        </p:nvSpPr>
        <p:spPr>
          <a:xfrm>
            <a:off x="473250" y="1543775"/>
            <a:ext cx="3916800" cy="3192900"/>
          </a:xfrm>
          <a:prstGeom prst="roundRect">
            <a:avLst>
              <a:gd fmla="val 7339" name="adj"/>
            </a:avLst>
          </a:prstGeom>
          <a:solidFill>
            <a:schemeClr val="lt1"/>
          </a:solidFill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16"/>
          <p:cNvSpPr txBox="1"/>
          <p:nvPr>
            <p:ph type="title"/>
          </p:nvPr>
        </p:nvSpPr>
        <p:spPr>
          <a:xfrm>
            <a:off x="457200" y="411475"/>
            <a:ext cx="8229600" cy="481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Relacionales VS No Relacionales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31" name="Google Shape;131;p16"/>
          <p:cNvSpPr txBox="1"/>
          <p:nvPr/>
        </p:nvSpPr>
        <p:spPr>
          <a:xfrm>
            <a:off x="529225" y="1859175"/>
            <a:ext cx="3736800" cy="276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182875" spcFirstLastPara="1" rIns="182875" wrap="square" tIns="0">
            <a:noAutofit/>
          </a:bodyPr>
          <a:lstStyle/>
          <a:p>
            <a:pPr indent="-330200" lvl="0" marL="457200" rtl="0" algn="ctr">
              <a:spcBef>
                <a:spcPts val="0"/>
              </a:spcBef>
              <a:spcAft>
                <a:spcPts val="0"/>
              </a:spcAft>
              <a:buSzPts val="1600"/>
              <a:buFont typeface="Fira Sans Extra Condensed"/>
              <a:buChar char="●"/>
            </a:pPr>
            <a:r>
              <a:rPr b="1" lang="en" sz="1600"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Datos en estructura tabular</a:t>
            </a:r>
            <a:endParaRPr b="1" sz="1600"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  <a:p>
            <a:pPr indent="-330200" lvl="0" marL="457200" rtl="0" algn="ctr">
              <a:spcBef>
                <a:spcPts val="0"/>
              </a:spcBef>
              <a:spcAft>
                <a:spcPts val="0"/>
              </a:spcAft>
              <a:buSzPts val="1600"/>
              <a:buFont typeface="Fira Sans Extra Condensed"/>
              <a:buChar char="●"/>
            </a:pPr>
            <a:r>
              <a:rPr b="1" lang="en" sz="1600"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Relaciones entre tablas</a:t>
            </a:r>
            <a:endParaRPr b="1" sz="1600"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  <a:p>
            <a:pPr indent="-330200" lvl="0" marL="457200" rtl="0" algn="ctr">
              <a:spcBef>
                <a:spcPts val="0"/>
              </a:spcBef>
              <a:spcAft>
                <a:spcPts val="0"/>
              </a:spcAft>
              <a:buSzPts val="1600"/>
              <a:buFont typeface="Fira Sans Extra Condensed"/>
              <a:buChar char="●"/>
            </a:pPr>
            <a:r>
              <a:rPr b="1" lang="en" sz="1600"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Lenguaje SQL Base</a:t>
            </a:r>
            <a:endParaRPr b="1" sz="1600"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  <a:p>
            <a:pPr indent="-330200" lvl="0" marL="457200" rtl="0" algn="ctr">
              <a:spcBef>
                <a:spcPts val="0"/>
              </a:spcBef>
              <a:spcAft>
                <a:spcPts val="0"/>
              </a:spcAft>
              <a:buSzPts val="1600"/>
              <a:buFont typeface="Fira Sans Extra Condensed"/>
              <a:buChar char="●"/>
            </a:pPr>
            <a:r>
              <a:rPr b="1" lang="en" sz="1600"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Alta integridad de datos (ACID)</a:t>
            </a:r>
            <a:endParaRPr b="1" sz="1600"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  <a:p>
            <a:pPr indent="-330200" lvl="0" marL="457200" rtl="0" algn="ctr">
              <a:spcBef>
                <a:spcPts val="0"/>
              </a:spcBef>
              <a:spcAft>
                <a:spcPts val="0"/>
              </a:spcAft>
              <a:buSzPts val="1600"/>
              <a:buFont typeface="Fira Sans Extra Condensed"/>
              <a:buChar char="●"/>
            </a:pPr>
            <a:r>
              <a:rPr b="1" lang="en" sz="1600"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Menor flexibilidad</a:t>
            </a:r>
            <a:endParaRPr b="1" sz="1600"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  <a:p>
            <a:pPr indent="-330200" lvl="0" marL="457200" rtl="0" algn="ctr">
              <a:spcBef>
                <a:spcPts val="0"/>
              </a:spcBef>
              <a:spcAft>
                <a:spcPts val="0"/>
              </a:spcAft>
              <a:buSzPts val="1600"/>
              <a:buFont typeface="Fira Sans Extra Condensed"/>
              <a:buChar char="●"/>
            </a:pPr>
            <a:r>
              <a:rPr b="1" lang="en" sz="1600"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Menor velocidad</a:t>
            </a:r>
            <a:endParaRPr b="1" sz="1600"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132" name="Google Shape;132;p16"/>
          <p:cNvSpPr/>
          <p:nvPr/>
        </p:nvSpPr>
        <p:spPr>
          <a:xfrm>
            <a:off x="875150" y="1182263"/>
            <a:ext cx="3113100" cy="590400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16"/>
          <p:cNvSpPr txBox="1"/>
          <p:nvPr/>
        </p:nvSpPr>
        <p:spPr>
          <a:xfrm>
            <a:off x="1296350" y="1313513"/>
            <a:ext cx="2270700" cy="32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182875" spcFirstLastPara="1" rIns="182875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BD Relacionales</a:t>
            </a:r>
            <a:endParaRPr b="1" sz="1600"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134" name="Google Shape;134;p16"/>
          <p:cNvSpPr txBox="1"/>
          <p:nvPr/>
        </p:nvSpPr>
        <p:spPr>
          <a:xfrm>
            <a:off x="4860000" y="1969175"/>
            <a:ext cx="3736800" cy="276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182875" spcFirstLastPara="1" rIns="182875" wrap="square" tIns="0">
            <a:noAutofit/>
          </a:bodyPr>
          <a:lstStyle/>
          <a:p>
            <a:pPr indent="-330200" lvl="0" marL="457200" rtl="0" algn="ctr">
              <a:spcBef>
                <a:spcPts val="0"/>
              </a:spcBef>
              <a:spcAft>
                <a:spcPts val="0"/>
              </a:spcAft>
              <a:buSzPts val="1600"/>
              <a:buFont typeface="Fira Sans Extra Condensed"/>
              <a:buChar char="●"/>
            </a:pPr>
            <a:r>
              <a:rPr b="1" lang="en" sz="1600"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Almacena estructuras no </a:t>
            </a:r>
            <a:r>
              <a:rPr b="1" lang="en" sz="1600"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tabulares</a:t>
            </a:r>
            <a:endParaRPr b="1" sz="1600"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  <a:p>
            <a:pPr indent="-330200" lvl="0" marL="457200" rtl="0" algn="ctr">
              <a:spcBef>
                <a:spcPts val="0"/>
              </a:spcBef>
              <a:spcAft>
                <a:spcPts val="0"/>
              </a:spcAft>
              <a:buSzPts val="1600"/>
              <a:buFont typeface="Fira Sans Extra Condensed"/>
              <a:buChar char="●"/>
            </a:pPr>
            <a:r>
              <a:rPr b="1" lang="en" sz="1600"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Algunas requieren lenguaje </a:t>
            </a:r>
            <a:r>
              <a:rPr b="1" lang="en" sz="1600"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específico</a:t>
            </a:r>
            <a:endParaRPr b="1" sz="1600"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  <a:p>
            <a:pPr indent="-330200" lvl="0" marL="457200" rtl="0" algn="ctr">
              <a:spcBef>
                <a:spcPts val="0"/>
              </a:spcBef>
              <a:spcAft>
                <a:spcPts val="0"/>
              </a:spcAft>
              <a:buSzPts val="1600"/>
              <a:buFont typeface="Fira Sans Extra Condensed"/>
              <a:buChar char="●"/>
            </a:pPr>
            <a:r>
              <a:rPr b="1" lang="en" sz="1600"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La integridad de datos es eventual</a:t>
            </a:r>
            <a:endParaRPr b="1" sz="1600"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  <a:p>
            <a:pPr indent="-330200" lvl="0" marL="457200" rtl="0" algn="ctr">
              <a:spcBef>
                <a:spcPts val="0"/>
              </a:spcBef>
              <a:spcAft>
                <a:spcPts val="0"/>
              </a:spcAft>
              <a:buSzPts val="1600"/>
              <a:buFont typeface="Fira Sans Extra Condensed"/>
              <a:buChar char="●"/>
            </a:pPr>
            <a:r>
              <a:rPr b="1" lang="en" sz="16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Esquemas flexibles</a:t>
            </a:r>
            <a:endParaRPr b="1" sz="1600">
              <a:solidFill>
                <a:schemeClr val="dk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  <a:p>
            <a:pPr indent="-330200" lvl="0" marL="457200" rtl="0" algn="ctr">
              <a:spcBef>
                <a:spcPts val="0"/>
              </a:spcBef>
              <a:spcAft>
                <a:spcPts val="0"/>
              </a:spcAft>
              <a:buSzPts val="1600"/>
              <a:buFont typeface="Fira Sans Extra Condensed"/>
              <a:buChar char="●"/>
            </a:pPr>
            <a:r>
              <a:rPr b="1" lang="en" sz="1600"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Mayor Velocidad</a:t>
            </a:r>
            <a:endParaRPr b="1" sz="1600"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7"/>
          <p:cNvSpPr/>
          <p:nvPr/>
        </p:nvSpPr>
        <p:spPr>
          <a:xfrm rot="10800000">
            <a:off x="457200" y="2114017"/>
            <a:ext cx="4613400" cy="754500"/>
          </a:xfrm>
          <a:prstGeom prst="rect">
            <a:avLst/>
          </a:prstGeom>
          <a:gradFill>
            <a:gsLst>
              <a:gs pos="0">
                <a:srgbClr val="EFEFEF"/>
              </a:gs>
              <a:gs pos="64000">
                <a:srgbClr val="F3F3F3"/>
              </a:gs>
              <a:gs pos="100000">
                <a:srgbClr val="FFFFFF">
                  <a:alpha val="0"/>
                </a:srgbClr>
              </a:gs>
            </a:gsLst>
            <a:lin ang="10800025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17"/>
          <p:cNvSpPr/>
          <p:nvPr/>
        </p:nvSpPr>
        <p:spPr>
          <a:xfrm>
            <a:off x="4073650" y="1259075"/>
            <a:ext cx="4613400" cy="754500"/>
          </a:xfrm>
          <a:prstGeom prst="rect">
            <a:avLst/>
          </a:prstGeom>
          <a:gradFill>
            <a:gsLst>
              <a:gs pos="0">
                <a:srgbClr val="EFEFEF"/>
              </a:gs>
              <a:gs pos="64000">
                <a:srgbClr val="F3F3F3"/>
              </a:gs>
              <a:gs pos="100000">
                <a:srgbClr val="FFFFFF">
                  <a:alpha val="0"/>
                </a:srgbClr>
              </a:gs>
            </a:gsLst>
            <a:lin ang="10800025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17"/>
          <p:cNvSpPr txBox="1"/>
          <p:nvPr>
            <p:ph type="title"/>
          </p:nvPr>
        </p:nvSpPr>
        <p:spPr>
          <a:xfrm>
            <a:off x="457200" y="411475"/>
            <a:ext cx="8229600" cy="481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BD Relacionales &gt; Excel</a:t>
            </a:r>
            <a:endParaRPr/>
          </a:p>
        </p:txBody>
      </p:sp>
      <p:sp>
        <p:nvSpPr>
          <p:cNvPr id="142" name="Google Shape;142;p17"/>
          <p:cNvSpPr/>
          <p:nvPr/>
        </p:nvSpPr>
        <p:spPr>
          <a:xfrm rot="10800000">
            <a:off x="457200" y="3823900"/>
            <a:ext cx="4613400" cy="754500"/>
          </a:xfrm>
          <a:prstGeom prst="rect">
            <a:avLst/>
          </a:prstGeom>
          <a:gradFill>
            <a:gsLst>
              <a:gs pos="0">
                <a:srgbClr val="EFEFEF"/>
              </a:gs>
              <a:gs pos="64000">
                <a:srgbClr val="F3F3F3"/>
              </a:gs>
              <a:gs pos="100000">
                <a:srgbClr val="FFFFFF">
                  <a:alpha val="0"/>
                </a:srgbClr>
              </a:gs>
            </a:gsLst>
            <a:lin ang="10800025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17"/>
          <p:cNvSpPr/>
          <p:nvPr/>
        </p:nvSpPr>
        <p:spPr>
          <a:xfrm>
            <a:off x="4073650" y="2968958"/>
            <a:ext cx="4613400" cy="754500"/>
          </a:xfrm>
          <a:prstGeom prst="rect">
            <a:avLst/>
          </a:prstGeom>
          <a:gradFill>
            <a:gsLst>
              <a:gs pos="0">
                <a:srgbClr val="EFEFEF"/>
              </a:gs>
              <a:gs pos="64000">
                <a:srgbClr val="F3F3F3"/>
              </a:gs>
              <a:gs pos="100000">
                <a:srgbClr val="FFFFFF">
                  <a:alpha val="0"/>
                </a:srgbClr>
              </a:gs>
            </a:gsLst>
            <a:lin ang="10800025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17"/>
          <p:cNvSpPr/>
          <p:nvPr/>
        </p:nvSpPr>
        <p:spPr>
          <a:xfrm>
            <a:off x="3510437" y="1051947"/>
            <a:ext cx="1158785" cy="1149327"/>
          </a:xfrm>
          <a:custGeom>
            <a:rect b="b" l="l" r="r" t="t"/>
            <a:pathLst>
              <a:path extrusionOk="0" h="25278" w="25486">
                <a:moveTo>
                  <a:pt x="12746" y="4905"/>
                </a:moveTo>
                <a:cubicBezTo>
                  <a:pt x="13701" y="4905"/>
                  <a:pt x="14672" y="5083"/>
                  <a:pt x="15613" y="5460"/>
                </a:cubicBezTo>
                <a:cubicBezTo>
                  <a:pt x="19580" y="7047"/>
                  <a:pt x="21508" y="11545"/>
                  <a:pt x="19923" y="15511"/>
                </a:cubicBezTo>
                <a:cubicBezTo>
                  <a:pt x="18714" y="18534"/>
                  <a:pt x="15811" y="20374"/>
                  <a:pt x="12742" y="20374"/>
                </a:cubicBezTo>
                <a:cubicBezTo>
                  <a:pt x="11786" y="20374"/>
                  <a:pt x="10814" y="20196"/>
                  <a:pt x="9873" y="19819"/>
                </a:cubicBezTo>
                <a:cubicBezTo>
                  <a:pt x="5908" y="18234"/>
                  <a:pt x="3978" y="13734"/>
                  <a:pt x="5563" y="9769"/>
                </a:cubicBezTo>
                <a:cubicBezTo>
                  <a:pt x="6772" y="6745"/>
                  <a:pt x="9676" y="4905"/>
                  <a:pt x="12746" y="4905"/>
                </a:cubicBezTo>
                <a:close/>
                <a:moveTo>
                  <a:pt x="15551" y="1"/>
                </a:moveTo>
                <a:cubicBezTo>
                  <a:pt x="15240" y="1"/>
                  <a:pt x="14946" y="187"/>
                  <a:pt x="14824" y="492"/>
                </a:cubicBezTo>
                <a:lnTo>
                  <a:pt x="14047" y="2435"/>
                </a:lnTo>
                <a:cubicBezTo>
                  <a:pt x="13612" y="2378"/>
                  <a:pt x="13174" y="2350"/>
                  <a:pt x="12736" y="2350"/>
                </a:cubicBezTo>
                <a:cubicBezTo>
                  <a:pt x="12218" y="2350"/>
                  <a:pt x="11700" y="2390"/>
                  <a:pt x="11187" y="2469"/>
                </a:cubicBezTo>
                <a:lnTo>
                  <a:pt x="10364" y="547"/>
                </a:lnTo>
                <a:cubicBezTo>
                  <a:pt x="10238" y="251"/>
                  <a:pt x="9949" y="73"/>
                  <a:pt x="9646" y="73"/>
                </a:cubicBezTo>
                <a:cubicBezTo>
                  <a:pt x="9543" y="73"/>
                  <a:pt x="9438" y="93"/>
                  <a:pt x="9338" y="137"/>
                </a:cubicBezTo>
                <a:lnTo>
                  <a:pt x="6036" y="1553"/>
                </a:lnTo>
                <a:cubicBezTo>
                  <a:pt x="5640" y="1722"/>
                  <a:pt x="5456" y="2182"/>
                  <a:pt x="5626" y="2579"/>
                </a:cubicBezTo>
                <a:lnTo>
                  <a:pt x="6449" y="4501"/>
                </a:lnTo>
                <a:cubicBezTo>
                  <a:pt x="5690" y="5085"/>
                  <a:pt x="5019" y="5775"/>
                  <a:pt x="4452" y="6549"/>
                </a:cubicBezTo>
                <a:lnTo>
                  <a:pt x="2510" y="5772"/>
                </a:lnTo>
                <a:cubicBezTo>
                  <a:pt x="2414" y="5734"/>
                  <a:pt x="2316" y="5716"/>
                  <a:pt x="2219" y="5716"/>
                </a:cubicBezTo>
                <a:cubicBezTo>
                  <a:pt x="1910" y="5716"/>
                  <a:pt x="1616" y="5901"/>
                  <a:pt x="1493" y="6208"/>
                </a:cubicBezTo>
                <a:lnTo>
                  <a:pt x="161" y="9542"/>
                </a:lnTo>
                <a:cubicBezTo>
                  <a:pt x="0" y="9944"/>
                  <a:pt x="194" y="10398"/>
                  <a:pt x="596" y="10558"/>
                </a:cubicBezTo>
                <a:lnTo>
                  <a:pt x="2537" y="11335"/>
                </a:lnTo>
                <a:cubicBezTo>
                  <a:pt x="2415" y="12285"/>
                  <a:pt x="2426" y="13249"/>
                  <a:pt x="2572" y="14195"/>
                </a:cubicBezTo>
                <a:lnTo>
                  <a:pt x="651" y="15018"/>
                </a:lnTo>
                <a:cubicBezTo>
                  <a:pt x="253" y="15189"/>
                  <a:pt x="71" y="15649"/>
                  <a:pt x="241" y="16046"/>
                </a:cubicBezTo>
                <a:lnTo>
                  <a:pt x="1655" y="19347"/>
                </a:lnTo>
                <a:cubicBezTo>
                  <a:pt x="1781" y="19643"/>
                  <a:pt x="2070" y="19821"/>
                  <a:pt x="2373" y="19821"/>
                </a:cubicBezTo>
                <a:cubicBezTo>
                  <a:pt x="2476" y="19821"/>
                  <a:pt x="2581" y="19800"/>
                  <a:pt x="2681" y="19756"/>
                </a:cubicBezTo>
                <a:lnTo>
                  <a:pt x="4603" y="18933"/>
                </a:lnTo>
                <a:cubicBezTo>
                  <a:pt x="5189" y="19692"/>
                  <a:pt x="5879" y="20365"/>
                  <a:pt x="6651" y="20930"/>
                </a:cubicBezTo>
                <a:lnTo>
                  <a:pt x="5874" y="22873"/>
                </a:lnTo>
                <a:cubicBezTo>
                  <a:pt x="5714" y="23273"/>
                  <a:pt x="5909" y="23728"/>
                  <a:pt x="6310" y="23888"/>
                </a:cubicBezTo>
                <a:lnTo>
                  <a:pt x="9645" y="25222"/>
                </a:lnTo>
                <a:cubicBezTo>
                  <a:pt x="9740" y="25260"/>
                  <a:pt x="9838" y="25278"/>
                  <a:pt x="9935" y="25278"/>
                </a:cubicBezTo>
                <a:cubicBezTo>
                  <a:pt x="10245" y="25278"/>
                  <a:pt x="10538" y="25092"/>
                  <a:pt x="10660" y="24786"/>
                </a:cubicBezTo>
                <a:lnTo>
                  <a:pt x="11437" y="22845"/>
                </a:lnTo>
                <a:cubicBezTo>
                  <a:pt x="11871" y="22901"/>
                  <a:pt x="12308" y="22929"/>
                  <a:pt x="12745" y="22929"/>
                </a:cubicBezTo>
                <a:cubicBezTo>
                  <a:pt x="13264" y="22929"/>
                  <a:pt x="13784" y="22889"/>
                  <a:pt x="14299" y="22810"/>
                </a:cubicBezTo>
                <a:lnTo>
                  <a:pt x="15122" y="24732"/>
                </a:lnTo>
                <a:cubicBezTo>
                  <a:pt x="15248" y="25028"/>
                  <a:pt x="15536" y="25206"/>
                  <a:pt x="15839" y="25206"/>
                </a:cubicBezTo>
                <a:cubicBezTo>
                  <a:pt x="15943" y="25206"/>
                  <a:pt x="16047" y="25185"/>
                  <a:pt x="16148" y="25142"/>
                </a:cubicBezTo>
                <a:lnTo>
                  <a:pt x="19449" y="23728"/>
                </a:lnTo>
                <a:cubicBezTo>
                  <a:pt x="19846" y="23558"/>
                  <a:pt x="20030" y="23098"/>
                  <a:pt x="19860" y="22701"/>
                </a:cubicBezTo>
                <a:lnTo>
                  <a:pt x="19037" y="20780"/>
                </a:lnTo>
                <a:cubicBezTo>
                  <a:pt x="19794" y="20194"/>
                  <a:pt x="20467" y="19503"/>
                  <a:pt x="21034" y="18732"/>
                </a:cubicBezTo>
                <a:lnTo>
                  <a:pt x="22975" y="19508"/>
                </a:lnTo>
                <a:cubicBezTo>
                  <a:pt x="23070" y="19546"/>
                  <a:pt x="23168" y="19564"/>
                  <a:pt x="23265" y="19564"/>
                </a:cubicBezTo>
                <a:cubicBezTo>
                  <a:pt x="23576" y="19564"/>
                  <a:pt x="23869" y="19378"/>
                  <a:pt x="23992" y="19073"/>
                </a:cubicBezTo>
                <a:lnTo>
                  <a:pt x="25326" y="15737"/>
                </a:lnTo>
                <a:cubicBezTo>
                  <a:pt x="25486" y="15337"/>
                  <a:pt x="25290" y="14882"/>
                  <a:pt x="24890" y="14722"/>
                </a:cubicBezTo>
                <a:lnTo>
                  <a:pt x="22948" y="13945"/>
                </a:lnTo>
                <a:cubicBezTo>
                  <a:pt x="23071" y="12994"/>
                  <a:pt x="23060" y="12032"/>
                  <a:pt x="22914" y="11084"/>
                </a:cubicBezTo>
                <a:lnTo>
                  <a:pt x="24835" y="10261"/>
                </a:lnTo>
                <a:cubicBezTo>
                  <a:pt x="25231" y="10091"/>
                  <a:pt x="25415" y="9631"/>
                  <a:pt x="25245" y="9234"/>
                </a:cubicBezTo>
                <a:lnTo>
                  <a:pt x="23830" y="5934"/>
                </a:lnTo>
                <a:cubicBezTo>
                  <a:pt x="23703" y="5637"/>
                  <a:pt x="23414" y="5459"/>
                  <a:pt x="23111" y="5459"/>
                </a:cubicBezTo>
                <a:cubicBezTo>
                  <a:pt x="23008" y="5459"/>
                  <a:pt x="22904" y="5479"/>
                  <a:pt x="22803" y="5522"/>
                </a:cubicBezTo>
                <a:lnTo>
                  <a:pt x="20882" y="6347"/>
                </a:lnTo>
                <a:cubicBezTo>
                  <a:pt x="20297" y="5588"/>
                  <a:pt x="19607" y="4915"/>
                  <a:pt x="18835" y="4348"/>
                </a:cubicBezTo>
                <a:lnTo>
                  <a:pt x="19610" y="2408"/>
                </a:lnTo>
                <a:cubicBezTo>
                  <a:pt x="19770" y="2006"/>
                  <a:pt x="19577" y="1551"/>
                  <a:pt x="19175" y="1391"/>
                </a:cubicBezTo>
                <a:lnTo>
                  <a:pt x="15841" y="57"/>
                </a:lnTo>
                <a:cubicBezTo>
                  <a:pt x="15745" y="19"/>
                  <a:pt x="15647" y="1"/>
                  <a:pt x="15551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17"/>
          <p:cNvSpPr/>
          <p:nvPr/>
        </p:nvSpPr>
        <p:spPr>
          <a:xfrm>
            <a:off x="4474780" y="1895549"/>
            <a:ext cx="1158785" cy="1149327"/>
          </a:xfrm>
          <a:custGeom>
            <a:rect b="b" l="l" r="r" t="t"/>
            <a:pathLst>
              <a:path extrusionOk="0" h="25278" w="25486">
                <a:moveTo>
                  <a:pt x="12746" y="4905"/>
                </a:moveTo>
                <a:cubicBezTo>
                  <a:pt x="13701" y="4905"/>
                  <a:pt x="14672" y="5083"/>
                  <a:pt x="15613" y="5460"/>
                </a:cubicBezTo>
                <a:cubicBezTo>
                  <a:pt x="19580" y="7047"/>
                  <a:pt x="21508" y="11545"/>
                  <a:pt x="19923" y="15511"/>
                </a:cubicBezTo>
                <a:cubicBezTo>
                  <a:pt x="18714" y="18534"/>
                  <a:pt x="15811" y="20374"/>
                  <a:pt x="12742" y="20374"/>
                </a:cubicBezTo>
                <a:cubicBezTo>
                  <a:pt x="11786" y="20374"/>
                  <a:pt x="10814" y="20196"/>
                  <a:pt x="9873" y="19819"/>
                </a:cubicBezTo>
                <a:cubicBezTo>
                  <a:pt x="5908" y="18234"/>
                  <a:pt x="3978" y="13734"/>
                  <a:pt x="5563" y="9769"/>
                </a:cubicBezTo>
                <a:cubicBezTo>
                  <a:pt x="6772" y="6745"/>
                  <a:pt x="9676" y="4905"/>
                  <a:pt x="12746" y="4905"/>
                </a:cubicBezTo>
                <a:close/>
                <a:moveTo>
                  <a:pt x="15551" y="1"/>
                </a:moveTo>
                <a:cubicBezTo>
                  <a:pt x="15240" y="1"/>
                  <a:pt x="14946" y="187"/>
                  <a:pt x="14824" y="492"/>
                </a:cubicBezTo>
                <a:lnTo>
                  <a:pt x="14047" y="2435"/>
                </a:lnTo>
                <a:cubicBezTo>
                  <a:pt x="13612" y="2378"/>
                  <a:pt x="13174" y="2350"/>
                  <a:pt x="12736" y="2350"/>
                </a:cubicBezTo>
                <a:cubicBezTo>
                  <a:pt x="12218" y="2350"/>
                  <a:pt x="11700" y="2390"/>
                  <a:pt x="11187" y="2469"/>
                </a:cubicBezTo>
                <a:lnTo>
                  <a:pt x="10364" y="547"/>
                </a:lnTo>
                <a:cubicBezTo>
                  <a:pt x="10238" y="251"/>
                  <a:pt x="9949" y="73"/>
                  <a:pt x="9646" y="73"/>
                </a:cubicBezTo>
                <a:cubicBezTo>
                  <a:pt x="9543" y="73"/>
                  <a:pt x="9438" y="93"/>
                  <a:pt x="9338" y="137"/>
                </a:cubicBezTo>
                <a:lnTo>
                  <a:pt x="6036" y="1553"/>
                </a:lnTo>
                <a:cubicBezTo>
                  <a:pt x="5640" y="1722"/>
                  <a:pt x="5456" y="2182"/>
                  <a:pt x="5626" y="2579"/>
                </a:cubicBezTo>
                <a:lnTo>
                  <a:pt x="6449" y="4501"/>
                </a:lnTo>
                <a:cubicBezTo>
                  <a:pt x="5690" y="5085"/>
                  <a:pt x="5019" y="5775"/>
                  <a:pt x="4452" y="6549"/>
                </a:cubicBezTo>
                <a:lnTo>
                  <a:pt x="2510" y="5772"/>
                </a:lnTo>
                <a:cubicBezTo>
                  <a:pt x="2414" y="5734"/>
                  <a:pt x="2316" y="5716"/>
                  <a:pt x="2219" y="5716"/>
                </a:cubicBezTo>
                <a:cubicBezTo>
                  <a:pt x="1910" y="5716"/>
                  <a:pt x="1616" y="5901"/>
                  <a:pt x="1493" y="6208"/>
                </a:cubicBezTo>
                <a:lnTo>
                  <a:pt x="161" y="9542"/>
                </a:lnTo>
                <a:cubicBezTo>
                  <a:pt x="0" y="9944"/>
                  <a:pt x="194" y="10398"/>
                  <a:pt x="596" y="10558"/>
                </a:cubicBezTo>
                <a:lnTo>
                  <a:pt x="2537" y="11335"/>
                </a:lnTo>
                <a:cubicBezTo>
                  <a:pt x="2415" y="12285"/>
                  <a:pt x="2426" y="13249"/>
                  <a:pt x="2572" y="14195"/>
                </a:cubicBezTo>
                <a:lnTo>
                  <a:pt x="651" y="15018"/>
                </a:lnTo>
                <a:cubicBezTo>
                  <a:pt x="253" y="15189"/>
                  <a:pt x="71" y="15649"/>
                  <a:pt x="241" y="16046"/>
                </a:cubicBezTo>
                <a:lnTo>
                  <a:pt x="1655" y="19347"/>
                </a:lnTo>
                <a:cubicBezTo>
                  <a:pt x="1781" y="19643"/>
                  <a:pt x="2070" y="19821"/>
                  <a:pt x="2373" y="19821"/>
                </a:cubicBezTo>
                <a:cubicBezTo>
                  <a:pt x="2476" y="19821"/>
                  <a:pt x="2581" y="19800"/>
                  <a:pt x="2681" y="19756"/>
                </a:cubicBezTo>
                <a:lnTo>
                  <a:pt x="4603" y="18933"/>
                </a:lnTo>
                <a:cubicBezTo>
                  <a:pt x="5189" y="19692"/>
                  <a:pt x="5879" y="20365"/>
                  <a:pt x="6651" y="20930"/>
                </a:cubicBezTo>
                <a:lnTo>
                  <a:pt x="5874" y="22873"/>
                </a:lnTo>
                <a:cubicBezTo>
                  <a:pt x="5714" y="23273"/>
                  <a:pt x="5909" y="23728"/>
                  <a:pt x="6310" y="23888"/>
                </a:cubicBezTo>
                <a:lnTo>
                  <a:pt x="9645" y="25222"/>
                </a:lnTo>
                <a:cubicBezTo>
                  <a:pt x="9740" y="25260"/>
                  <a:pt x="9838" y="25278"/>
                  <a:pt x="9935" y="25278"/>
                </a:cubicBezTo>
                <a:cubicBezTo>
                  <a:pt x="10245" y="25278"/>
                  <a:pt x="10538" y="25092"/>
                  <a:pt x="10660" y="24786"/>
                </a:cubicBezTo>
                <a:lnTo>
                  <a:pt x="11437" y="22845"/>
                </a:lnTo>
                <a:cubicBezTo>
                  <a:pt x="11871" y="22901"/>
                  <a:pt x="12308" y="22929"/>
                  <a:pt x="12745" y="22929"/>
                </a:cubicBezTo>
                <a:cubicBezTo>
                  <a:pt x="13264" y="22929"/>
                  <a:pt x="13784" y="22889"/>
                  <a:pt x="14299" y="22810"/>
                </a:cubicBezTo>
                <a:lnTo>
                  <a:pt x="15122" y="24732"/>
                </a:lnTo>
                <a:cubicBezTo>
                  <a:pt x="15248" y="25028"/>
                  <a:pt x="15536" y="25206"/>
                  <a:pt x="15839" y="25206"/>
                </a:cubicBezTo>
                <a:cubicBezTo>
                  <a:pt x="15943" y="25206"/>
                  <a:pt x="16047" y="25185"/>
                  <a:pt x="16148" y="25142"/>
                </a:cubicBezTo>
                <a:lnTo>
                  <a:pt x="19449" y="23728"/>
                </a:lnTo>
                <a:cubicBezTo>
                  <a:pt x="19846" y="23558"/>
                  <a:pt x="20030" y="23098"/>
                  <a:pt x="19860" y="22701"/>
                </a:cubicBezTo>
                <a:lnTo>
                  <a:pt x="19037" y="20780"/>
                </a:lnTo>
                <a:cubicBezTo>
                  <a:pt x="19794" y="20194"/>
                  <a:pt x="20467" y="19503"/>
                  <a:pt x="21034" y="18732"/>
                </a:cubicBezTo>
                <a:lnTo>
                  <a:pt x="22975" y="19508"/>
                </a:lnTo>
                <a:cubicBezTo>
                  <a:pt x="23070" y="19546"/>
                  <a:pt x="23168" y="19564"/>
                  <a:pt x="23265" y="19564"/>
                </a:cubicBezTo>
                <a:cubicBezTo>
                  <a:pt x="23576" y="19564"/>
                  <a:pt x="23869" y="19378"/>
                  <a:pt x="23992" y="19073"/>
                </a:cubicBezTo>
                <a:lnTo>
                  <a:pt x="25326" y="15737"/>
                </a:lnTo>
                <a:cubicBezTo>
                  <a:pt x="25486" y="15337"/>
                  <a:pt x="25290" y="14882"/>
                  <a:pt x="24890" y="14722"/>
                </a:cubicBezTo>
                <a:lnTo>
                  <a:pt x="22948" y="13945"/>
                </a:lnTo>
                <a:cubicBezTo>
                  <a:pt x="23071" y="12994"/>
                  <a:pt x="23060" y="12032"/>
                  <a:pt x="22914" y="11084"/>
                </a:cubicBezTo>
                <a:lnTo>
                  <a:pt x="24835" y="10261"/>
                </a:lnTo>
                <a:cubicBezTo>
                  <a:pt x="25231" y="10091"/>
                  <a:pt x="25415" y="9631"/>
                  <a:pt x="25245" y="9234"/>
                </a:cubicBezTo>
                <a:lnTo>
                  <a:pt x="23830" y="5934"/>
                </a:lnTo>
                <a:cubicBezTo>
                  <a:pt x="23703" y="5637"/>
                  <a:pt x="23414" y="5459"/>
                  <a:pt x="23111" y="5459"/>
                </a:cubicBezTo>
                <a:cubicBezTo>
                  <a:pt x="23008" y="5459"/>
                  <a:pt x="22904" y="5479"/>
                  <a:pt x="22803" y="5522"/>
                </a:cubicBezTo>
                <a:lnTo>
                  <a:pt x="20882" y="6347"/>
                </a:lnTo>
                <a:cubicBezTo>
                  <a:pt x="20297" y="5588"/>
                  <a:pt x="19607" y="4915"/>
                  <a:pt x="18835" y="4348"/>
                </a:cubicBezTo>
                <a:lnTo>
                  <a:pt x="19610" y="2408"/>
                </a:lnTo>
                <a:cubicBezTo>
                  <a:pt x="19770" y="2006"/>
                  <a:pt x="19577" y="1551"/>
                  <a:pt x="19175" y="1391"/>
                </a:cubicBezTo>
                <a:lnTo>
                  <a:pt x="15841" y="57"/>
                </a:lnTo>
                <a:cubicBezTo>
                  <a:pt x="15745" y="19"/>
                  <a:pt x="15647" y="1"/>
                  <a:pt x="15551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17"/>
          <p:cNvSpPr/>
          <p:nvPr/>
        </p:nvSpPr>
        <p:spPr>
          <a:xfrm>
            <a:off x="3510437" y="2739152"/>
            <a:ext cx="1158785" cy="1149327"/>
          </a:xfrm>
          <a:custGeom>
            <a:rect b="b" l="l" r="r" t="t"/>
            <a:pathLst>
              <a:path extrusionOk="0" h="25278" w="25486">
                <a:moveTo>
                  <a:pt x="12746" y="4905"/>
                </a:moveTo>
                <a:cubicBezTo>
                  <a:pt x="13701" y="4905"/>
                  <a:pt x="14672" y="5083"/>
                  <a:pt x="15613" y="5460"/>
                </a:cubicBezTo>
                <a:cubicBezTo>
                  <a:pt x="19580" y="7047"/>
                  <a:pt x="21508" y="11545"/>
                  <a:pt x="19923" y="15511"/>
                </a:cubicBezTo>
                <a:cubicBezTo>
                  <a:pt x="18714" y="18534"/>
                  <a:pt x="15811" y="20374"/>
                  <a:pt x="12742" y="20374"/>
                </a:cubicBezTo>
                <a:cubicBezTo>
                  <a:pt x="11786" y="20374"/>
                  <a:pt x="10814" y="20196"/>
                  <a:pt x="9873" y="19819"/>
                </a:cubicBezTo>
                <a:cubicBezTo>
                  <a:pt x="5908" y="18234"/>
                  <a:pt x="3978" y="13734"/>
                  <a:pt x="5563" y="9769"/>
                </a:cubicBezTo>
                <a:cubicBezTo>
                  <a:pt x="6772" y="6745"/>
                  <a:pt x="9676" y="4905"/>
                  <a:pt x="12746" y="4905"/>
                </a:cubicBezTo>
                <a:close/>
                <a:moveTo>
                  <a:pt x="15551" y="1"/>
                </a:moveTo>
                <a:cubicBezTo>
                  <a:pt x="15240" y="1"/>
                  <a:pt x="14946" y="187"/>
                  <a:pt x="14824" y="492"/>
                </a:cubicBezTo>
                <a:lnTo>
                  <a:pt x="14047" y="2435"/>
                </a:lnTo>
                <a:cubicBezTo>
                  <a:pt x="13612" y="2378"/>
                  <a:pt x="13174" y="2350"/>
                  <a:pt x="12736" y="2350"/>
                </a:cubicBezTo>
                <a:cubicBezTo>
                  <a:pt x="12218" y="2350"/>
                  <a:pt x="11700" y="2390"/>
                  <a:pt x="11187" y="2469"/>
                </a:cubicBezTo>
                <a:lnTo>
                  <a:pt x="10364" y="547"/>
                </a:lnTo>
                <a:cubicBezTo>
                  <a:pt x="10238" y="251"/>
                  <a:pt x="9949" y="73"/>
                  <a:pt x="9646" y="73"/>
                </a:cubicBezTo>
                <a:cubicBezTo>
                  <a:pt x="9543" y="73"/>
                  <a:pt x="9438" y="93"/>
                  <a:pt x="9338" y="137"/>
                </a:cubicBezTo>
                <a:lnTo>
                  <a:pt x="6036" y="1553"/>
                </a:lnTo>
                <a:cubicBezTo>
                  <a:pt x="5640" y="1722"/>
                  <a:pt x="5456" y="2182"/>
                  <a:pt x="5626" y="2579"/>
                </a:cubicBezTo>
                <a:lnTo>
                  <a:pt x="6449" y="4501"/>
                </a:lnTo>
                <a:cubicBezTo>
                  <a:pt x="5690" y="5085"/>
                  <a:pt x="5019" y="5775"/>
                  <a:pt x="4452" y="6549"/>
                </a:cubicBezTo>
                <a:lnTo>
                  <a:pt x="2510" y="5772"/>
                </a:lnTo>
                <a:cubicBezTo>
                  <a:pt x="2414" y="5734"/>
                  <a:pt x="2316" y="5716"/>
                  <a:pt x="2219" y="5716"/>
                </a:cubicBezTo>
                <a:cubicBezTo>
                  <a:pt x="1910" y="5716"/>
                  <a:pt x="1616" y="5901"/>
                  <a:pt x="1493" y="6208"/>
                </a:cubicBezTo>
                <a:lnTo>
                  <a:pt x="161" y="9542"/>
                </a:lnTo>
                <a:cubicBezTo>
                  <a:pt x="0" y="9944"/>
                  <a:pt x="194" y="10398"/>
                  <a:pt x="596" y="10558"/>
                </a:cubicBezTo>
                <a:lnTo>
                  <a:pt x="2537" y="11335"/>
                </a:lnTo>
                <a:cubicBezTo>
                  <a:pt x="2415" y="12285"/>
                  <a:pt x="2426" y="13249"/>
                  <a:pt x="2572" y="14195"/>
                </a:cubicBezTo>
                <a:lnTo>
                  <a:pt x="651" y="15018"/>
                </a:lnTo>
                <a:cubicBezTo>
                  <a:pt x="253" y="15189"/>
                  <a:pt x="71" y="15649"/>
                  <a:pt x="241" y="16046"/>
                </a:cubicBezTo>
                <a:lnTo>
                  <a:pt x="1655" y="19347"/>
                </a:lnTo>
                <a:cubicBezTo>
                  <a:pt x="1781" y="19643"/>
                  <a:pt x="2070" y="19821"/>
                  <a:pt x="2373" y="19821"/>
                </a:cubicBezTo>
                <a:cubicBezTo>
                  <a:pt x="2476" y="19821"/>
                  <a:pt x="2581" y="19800"/>
                  <a:pt x="2681" y="19756"/>
                </a:cubicBezTo>
                <a:lnTo>
                  <a:pt x="4603" y="18933"/>
                </a:lnTo>
                <a:cubicBezTo>
                  <a:pt x="5189" y="19692"/>
                  <a:pt x="5879" y="20365"/>
                  <a:pt x="6651" y="20930"/>
                </a:cubicBezTo>
                <a:lnTo>
                  <a:pt x="5874" y="22873"/>
                </a:lnTo>
                <a:cubicBezTo>
                  <a:pt x="5714" y="23273"/>
                  <a:pt x="5909" y="23728"/>
                  <a:pt x="6310" y="23888"/>
                </a:cubicBezTo>
                <a:lnTo>
                  <a:pt x="9645" y="25222"/>
                </a:lnTo>
                <a:cubicBezTo>
                  <a:pt x="9740" y="25260"/>
                  <a:pt x="9838" y="25278"/>
                  <a:pt x="9935" y="25278"/>
                </a:cubicBezTo>
                <a:cubicBezTo>
                  <a:pt x="10245" y="25278"/>
                  <a:pt x="10538" y="25092"/>
                  <a:pt x="10660" y="24786"/>
                </a:cubicBezTo>
                <a:lnTo>
                  <a:pt x="11437" y="22845"/>
                </a:lnTo>
                <a:cubicBezTo>
                  <a:pt x="11871" y="22901"/>
                  <a:pt x="12308" y="22929"/>
                  <a:pt x="12745" y="22929"/>
                </a:cubicBezTo>
                <a:cubicBezTo>
                  <a:pt x="13264" y="22929"/>
                  <a:pt x="13784" y="22889"/>
                  <a:pt x="14299" y="22810"/>
                </a:cubicBezTo>
                <a:lnTo>
                  <a:pt x="15122" y="24732"/>
                </a:lnTo>
                <a:cubicBezTo>
                  <a:pt x="15248" y="25028"/>
                  <a:pt x="15536" y="25206"/>
                  <a:pt x="15839" y="25206"/>
                </a:cubicBezTo>
                <a:cubicBezTo>
                  <a:pt x="15943" y="25206"/>
                  <a:pt x="16047" y="25185"/>
                  <a:pt x="16148" y="25142"/>
                </a:cubicBezTo>
                <a:lnTo>
                  <a:pt x="19449" y="23728"/>
                </a:lnTo>
                <a:cubicBezTo>
                  <a:pt x="19846" y="23558"/>
                  <a:pt x="20030" y="23098"/>
                  <a:pt x="19860" y="22701"/>
                </a:cubicBezTo>
                <a:lnTo>
                  <a:pt x="19037" y="20780"/>
                </a:lnTo>
                <a:cubicBezTo>
                  <a:pt x="19794" y="20194"/>
                  <a:pt x="20467" y="19503"/>
                  <a:pt x="21034" y="18732"/>
                </a:cubicBezTo>
                <a:lnTo>
                  <a:pt x="22975" y="19508"/>
                </a:lnTo>
                <a:cubicBezTo>
                  <a:pt x="23070" y="19546"/>
                  <a:pt x="23168" y="19564"/>
                  <a:pt x="23265" y="19564"/>
                </a:cubicBezTo>
                <a:cubicBezTo>
                  <a:pt x="23576" y="19564"/>
                  <a:pt x="23869" y="19378"/>
                  <a:pt x="23992" y="19073"/>
                </a:cubicBezTo>
                <a:lnTo>
                  <a:pt x="25326" y="15737"/>
                </a:lnTo>
                <a:cubicBezTo>
                  <a:pt x="25486" y="15337"/>
                  <a:pt x="25290" y="14882"/>
                  <a:pt x="24890" y="14722"/>
                </a:cubicBezTo>
                <a:lnTo>
                  <a:pt x="22948" y="13945"/>
                </a:lnTo>
                <a:cubicBezTo>
                  <a:pt x="23071" y="12994"/>
                  <a:pt x="23060" y="12032"/>
                  <a:pt x="22914" y="11084"/>
                </a:cubicBezTo>
                <a:lnTo>
                  <a:pt x="24835" y="10261"/>
                </a:lnTo>
                <a:cubicBezTo>
                  <a:pt x="25231" y="10091"/>
                  <a:pt x="25415" y="9631"/>
                  <a:pt x="25245" y="9234"/>
                </a:cubicBezTo>
                <a:lnTo>
                  <a:pt x="23830" y="5934"/>
                </a:lnTo>
                <a:cubicBezTo>
                  <a:pt x="23703" y="5637"/>
                  <a:pt x="23414" y="5459"/>
                  <a:pt x="23111" y="5459"/>
                </a:cubicBezTo>
                <a:cubicBezTo>
                  <a:pt x="23008" y="5459"/>
                  <a:pt x="22904" y="5479"/>
                  <a:pt x="22803" y="5522"/>
                </a:cubicBezTo>
                <a:lnTo>
                  <a:pt x="20882" y="6347"/>
                </a:lnTo>
                <a:cubicBezTo>
                  <a:pt x="20297" y="5588"/>
                  <a:pt x="19607" y="4915"/>
                  <a:pt x="18835" y="4348"/>
                </a:cubicBezTo>
                <a:lnTo>
                  <a:pt x="19610" y="2408"/>
                </a:lnTo>
                <a:cubicBezTo>
                  <a:pt x="19770" y="2006"/>
                  <a:pt x="19577" y="1551"/>
                  <a:pt x="19175" y="1391"/>
                </a:cubicBezTo>
                <a:lnTo>
                  <a:pt x="15841" y="57"/>
                </a:lnTo>
                <a:cubicBezTo>
                  <a:pt x="15745" y="19"/>
                  <a:pt x="15647" y="1"/>
                  <a:pt x="15551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17"/>
          <p:cNvSpPr/>
          <p:nvPr/>
        </p:nvSpPr>
        <p:spPr>
          <a:xfrm>
            <a:off x="4474780" y="3582754"/>
            <a:ext cx="1158785" cy="1149327"/>
          </a:xfrm>
          <a:custGeom>
            <a:rect b="b" l="l" r="r" t="t"/>
            <a:pathLst>
              <a:path extrusionOk="0" h="25278" w="25486">
                <a:moveTo>
                  <a:pt x="12746" y="4905"/>
                </a:moveTo>
                <a:cubicBezTo>
                  <a:pt x="13701" y="4905"/>
                  <a:pt x="14672" y="5083"/>
                  <a:pt x="15613" y="5460"/>
                </a:cubicBezTo>
                <a:cubicBezTo>
                  <a:pt x="19580" y="7047"/>
                  <a:pt x="21508" y="11545"/>
                  <a:pt x="19923" y="15511"/>
                </a:cubicBezTo>
                <a:cubicBezTo>
                  <a:pt x="18714" y="18534"/>
                  <a:pt x="15811" y="20374"/>
                  <a:pt x="12742" y="20374"/>
                </a:cubicBezTo>
                <a:cubicBezTo>
                  <a:pt x="11786" y="20374"/>
                  <a:pt x="10814" y="20196"/>
                  <a:pt x="9873" y="19819"/>
                </a:cubicBezTo>
                <a:cubicBezTo>
                  <a:pt x="5908" y="18234"/>
                  <a:pt x="3978" y="13734"/>
                  <a:pt x="5563" y="9769"/>
                </a:cubicBezTo>
                <a:cubicBezTo>
                  <a:pt x="6772" y="6745"/>
                  <a:pt x="9676" y="4905"/>
                  <a:pt x="12746" y="4905"/>
                </a:cubicBezTo>
                <a:close/>
                <a:moveTo>
                  <a:pt x="15551" y="1"/>
                </a:moveTo>
                <a:cubicBezTo>
                  <a:pt x="15240" y="1"/>
                  <a:pt x="14946" y="187"/>
                  <a:pt x="14824" y="492"/>
                </a:cubicBezTo>
                <a:lnTo>
                  <a:pt x="14047" y="2435"/>
                </a:lnTo>
                <a:cubicBezTo>
                  <a:pt x="13612" y="2378"/>
                  <a:pt x="13174" y="2350"/>
                  <a:pt x="12736" y="2350"/>
                </a:cubicBezTo>
                <a:cubicBezTo>
                  <a:pt x="12218" y="2350"/>
                  <a:pt x="11700" y="2390"/>
                  <a:pt x="11187" y="2469"/>
                </a:cubicBezTo>
                <a:lnTo>
                  <a:pt x="10364" y="547"/>
                </a:lnTo>
                <a:cubicBezTo>
                  <a:pt x="10238" y="251"/>
                  <a:pt x="9949" y="73"/>
                  <a:pt x="9646" y="73"/>
                </a:cubicBezTo>
                <a:cubicBezTo>
                  <a:pt x="9543" y="73"/>
                  <a:pt x="9438" y="93"/>
                  <a:pt x="9338" y="137"/>
                </a:cubicBezTo>
                <a:lnTo>
                  <a:pt x="6036" y="1553"/>
                </a:lnTo>
                <a:cubicBezTo>
                  <a:pt x="5640" y="1722"/>
                  <a:pt x="5456" y="2182"/>
                  <a:pt x="5626" y="2579"/>
                </a:cubicBezTo>
                <a:lnTo>
                  <a:pt x="6449" y="4501"/>
                </a:lnTo>
                <a:cubicBezTo>
                  <a:pt x="5690" y="5085"/>
                  <a:pt x="5019" y="5775"/>
                  <a:pt x="4452" y="6549"/>
                </a:cubicBezTo>
                <a:lnTo>
                  <a:pt x="2510" y="5772"/>
                </a:lnTo>
                <a:cubicBezTo>
                  <a:pt x="2414" y="5734"/>
                  <a:pt x="2316" y="5716"/>
                  <a:pt x="2219" y="5716"/>
                </a:cubicBezTo>
                <a:cubicBezTo>
                  <a:pt x="1910" y="5716"/>
                  <a:pt x="1616" y="5901"/>
                  <a:pt x="1493" y="6208"/>
                </a:cubicBezTo>
                <a:lnTo>
                  <a:pt x="161" y="9542"/>
                </a:lnTo>
                <a:cubicBezTo>
                  <a:pt x="0" y="9944"/>
                  <a:pt x="194" y="10398"/>
                  <a:pt x="596" y="10558"/>
                </a:cubicBezTo>
                <a:lnTo>
                  <a:pt x="2537" y="11335"/>
                </a:lnTo>
                <a:cubicBezTo>
                  <a:pt x="2415" y="12285"/>
                  <a:pt x="2426" y="13249"/>
                  <a:pt x="2572" y="14195"/>
                </a:cubicBezTo>
                <a:lnTo>
                  <a:pt x="651" y="15018"/>
                </a:lnTo>
                <a:cubicBezTo>
                  <a:pt x="253" y="15189"/>
                  <a:pt x="71" y="15649"/>
                  <a:pt x="241" y="16046"/>
                </a:cubicBezTo>
                <a:lnTo>
                  <a:pt x="1655" y="19347"/>
                </a:lnTo>
                <a:cubicBezTo>
                  <a:pt x="1781" y="19643"/>
                  <a:pt x="2070" y="19821"/>
                  <a:pt x="2373" y="19821"/>
                </a:cubicBezTo>
                <a:cubicBezTo>
                  <a:pt x="2476" y="19821"/>
                  <a:pt x="2581" y="19800"/>
                  <a:pt x="2681" y="19756"/>
                </a:cubicBezTo>
                <a:lnTo>
                  <a:pt x="4603" y="18933"/>
                </a:lnTo>
                <a:cubicBezTo>
                  <a:pt x="5189" y="19692"/>
                  <a:pt x="5879" y="20365"/>
                  <a:pt x="6651" y="20930"/>
                </a:cubicBezTo>
                <a:lnTo>
                  <a:pt x="5874" y="22873"/>
                </a:lnTo>
                <a:cubicBezTo>
                  <a:pt x="5714" y="23273"/>
                  <a:pt x="5909" y="23728"/>
                  <a:pt x="6310" y="23888"/>
                </a:cubicBezTo>
                <a:lnTo>
                  <a:pt x="9645" y="25222"/>
                </a:lnTo>
                <a:cubicBezTo>
                  <a:pt x="9740" y="25260"/>
                  <a:pt x="9838" y="25278"/>
                  <a:pt x="9935" y="25278"/>
                </a:cubicBezTo>
                <a:cubicBezTo>
                  <a:pt x="10245" y="25278"/>
                  <a:pt x="10538" y="25092"/>
                  <a:pt x="10660" y="24786"/>
                </a:cubicBezTo>
                <a:lnTo>
                  <a:pt x="11437" y="22845"/>
                </a:lnTo>
                <a:cubicBezTo>
                  <a:pt x="11871" y="22901"/>
                  <a:pt x="12308" y="22929"/>
                  <a:pt x="12745" y="22929"/>
                </a:cubicBezTo>
                <a:cubicBezTo>
                  <a:pt x="13264" y="22929"/>
                  <a:pt x="13784" y="22889"/>
                  <a:pt x="14299" y="22810"/>
                </a:cubicBezTo>
                <a:lnTo>
                  <a:pt x="15122" y="24732"/>
                </a:lnTo>
                <a:cubicBezTo>
                  <a:pt x="15248" y="25028"/>
                  <a:pt x="15536" y="25206"/>
                  <a:pt x="15839" y="25206"/>
                </a:cubicBezTo>
                <a:cubicBezTo>
                  <a:pt x="15943" y="25206"/>
                  <a:pt x="16047" y="25185"/>
                  <a:pt x="16148" y="25142"/>
                </a:cubicBezTo>
                <a:lnTo>
                  <a:pt x="19449" y="23728"/>
                </a:lnTo>
                <a:cubicBezTo>
                  <a:pt x="19846" y="23558"/>
                  <a:pt x="20030" y="23098"/>
                  <a:pt x="19860" y="22701"/>
                </a:cubicBezTo>
                <a:lnTo>
                  <a:pt x="19037" y="20780"/>
                </a:lnTo>
                <a:cubicBezTo>
                  <a:pt x="19794" y="20194"/>
                  <a:pt x="20467" y="19503"/>
                  <a:pt x="21034" y="18732"/>
                </a:cubicBezTo>
                <a:lnTo>
                  <a:pt x="22975" y="19508"/>
                </a:lnTo>
                <a:cubicBezTo>
                  <a:pt x="23070" y="19546"/>
                  <a:pt x="23168" y="19564"/>
                  <a:pt x="23265" y="19564"/>
                </a:cubicBezTo>
                <a:cubicBezTo>
                  <a:pt x="23576" y="19564"/>
                  <a:pt x="23869" y="19378"/>
                  <a:pt x="23992" y="19073"/>
                </a:cubicBezTo>
                <a:lnTo>
                  <a:pt x="25326" y="15737"/>
                </a:lnTo>
                <a:cubicBezTo>
                  <a:pt x="25486" y="15337"/>
                  <a:pt x="25290" y="14882"/>
                  <a:pt x="24890" y="14722"/>
                </a:cubicBezTo>
                <a:lnTo>
                  <a:pt x="22948" y="13945"/>
                </a:lnTo>
                <a:cubicBezTo>
                  <a:pt x="23071" y="12994"/>
                  <a:pt x="23060" y="12032"/>
                  <a:pt x="22914" y="11084"/>
                </a:cubicBezTo>
                <a:lnTo>
                  <a:pt x="24835" y="10261"/>
                </a:lnTo>
                <a:cubicBezTo>
                  <a:pt x="25231" y="10091"/>
                  <a:pt x="25415" y="9631"/>
                  <a:pt x="25245" y="9234"/>
                </a:cubicBezTo>
                <a:lnTo>
                  <a:pt x="23830" y="5934"/>
                </a:lnTo>
                <a:cubicBezTo>
                  <a:pt x="23703" y="5637"/>
                  <a:pt x="23414" y="5459"/>
                  <a:pt x="23111" y="5459"/>
                </a:cubicBezTo>
                <a:cubicBezTo>
                  <a:pt x="23008" y="5459"/>
                  <a:pt x="22904" y="5479"/>
                  <a:pt x="22803" y="5522"/>
                </a:cubicBezTo>
                <a:lnTo>
                  <a:pt x="20882" y="6347"/>
                </a:lnTo>
                <a:cubicBezTo>
                  <a:pt x="20297" y="5588"/>
                  <a:pt x="19607" y="4915"/>
                  <a:pt x="18835" y="4348"/>
                </a:cubicBezTo>
                <a:lnTo>
                  <a:pt x="19610" y="2408"/>
                </a:lnTo>
                <a:cubicBezTo>
                  <a:pt x="19770" y="2006"/>
                  <a:pt x="19577" y="1551"/>
                  <a:pt x="19175" y="1391"/>
                </a:cubicBezTo>
                <a:lnTo>
                  <a:pt x="15841" y="57"/>
                </a:lnTo>
                <a:cubicBezTo>
                  <a:pt x="15745" y="19"/>
                  <a:pt x="15647" y="1"/>
                  <a:pt x="15551" y="1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17"/>
          <p:cNvSpPr txBox="1"/>
          <p:nvPr/>
        </p:nvSpPr>
        <p:spPr>
          <a:xfrm>
            <a:off x="5485800" y="1324975"/>
            <a:ext cx="2972400" cy="25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accent2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Escalabilidad</a:t>
            </a:r>
            <a:endParaRPr b="1" sz="1600">
              <a:solidFill>
                <a:schemeClr val="accent2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149" name="Google Shape;149;p17"/>
          <p:cNvSpPr txBox="1"/>
          <p:nvPr/>
        </p:nvSpPr>
        <p:spPr>
          <a:xfrm>
            <a:off x="5940600" y="1576263"/>
            <a:ext cx="2517600" cy="37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Grandes cantidades de datos requieren de un sistema robusto</a:t>
            </a:r>
            <a:endParaRPr sz="12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0" name="Google Shape;150;p17"/>
          <p:cNvSpPr txBox="1"/>
          <p:nvPr/>
        </p:nvSpPr>
        <p:spPr>
          <a:xfrm>
            <a:off x="685800" y="2179925"/>
            <a:ext cx="2972400" cy="25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accent6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Multiusuario y concurrencia</a:t>
            </a:r>
            <a:endParaRPr b="1" sz="1600">
              <a:solidFill>
                <a:schemeClr val="accent6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151" name="Google Shape;151;p17"/>
          <p:cNvSpPr txBox="1"/>
          <p:nvPr/>
        </p:nvSpPr>
        <p:spPr>
          <a:xfrm>
            <a:off x="685800" y="2431216"/>
            <a:ext cx="2517600" cy="37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Múltiples</a:t>
            </a:r>
            <a:r>
              <a:rPr lang="en" sz="1200">
                <a:latin typeface="Roboto"/>
                <a:ea typeface="Roboto"/>
                <a:cs typeface="Roboto"/>
                <a:sym typeface="Roboto"/>
              </a:rPr>
              <a:t> usuarios pueden trabajar sobre la bd sin conflictos</a:t>
            </a:r>
            <a:endParaRPr sz="12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2" name="Google Shape;152;p17"/>
          <p:cNvSpPr txBox="1"/>
          <p:nvPr/>
        </p:nvSpPr>
        <p:spPr>
          <a:xfrm>
            <a:off x="5485800" y="3003250"/>
            <a:ext cx="2972400" cy="25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accent4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Seguridad y Control de Acceso</a:t>
            </a:r>
            <a:endParaRPr b="1" sz="1600">
              <a:solidFill>
                <a:schemeClr val="accent4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153" name="Google Shape;153;p17"/>
          <p:cNvSpPr txBox="1"/>
          <p:nvPr/>
        </p:nvSpPr>
        <p:spPr>
          <a:xfrm>
            <a:off x="5940600" y="3252342"/>
            <a:ext cx="2517600" cy="43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Se tiene un control granular de permisos para cada objeto de BD</a:t>
            </a:r>
            <a:endParaRPr sz="12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4" name="Google Shape;154;p17"/>
          <p:cNvSpPr txBox="1"/>
          <p:nvPr/>
        </p:nvSpPr>
        <p:spPr>
          <a:xfrm>
            <a:off x="685800" y="3856450"/>
            <a:ext cx="2972400" cy="25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accent5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Integridad de datos</a:t>
            </a:r>
            <a:endParaRPr b="1" sz="1600">
              <a:solidFill>
                <a:schemeClr val="accent5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155" name="Google Shape;155;p17"/>
          <p:cNvSpPr txBox="1"/>
          <p:nvPr/>
        </p:nvSpPr>
        <p:spPr>
          <a:xfrm>
            <a:off x="685800" y="4109046"/>
            <a:ext cx="2517600" cy="43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Llaves primarias/foráneas y reglas para evitar duplicados </a:t>
            </a:r>
            <a:endParaRPr sz="12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156" name="Google Shape;156;p17"/>
          <p:cNvGrpSpPr/>
          <p:nvPr/>
        </p:nvGrpSpPr>
        <p:grpSpPr>
          <a:xfrm>
            <a:off x="4944496" y="2377602"/>
            <a:ext cx="219345" cy="227301"/>
            <a:chOff x="3357325" y="2093500"/>
            <a:chExt cx="311525" cy="322825"/>
          </a:xfrm>
        </p:grpSpPr>
        <p:sp>
          <p:nvSpPr>
            <p:cNvPr id="157" name="Google Shape;157;p17"/>
            <p:cNvSpPr/>
            <p:nvPr/>
          </p:nvSpPr>
          <p:spPr>
            <a:xfrm>
              <a:off x="3357325" y="2210550"/>
              <a:ext cx="85700" cy="205775"/>
            </a:xfrm>
            <a:custGeom>
              <a:rect b="b" l="l" r="r" t="t"/>
              <a:pathLst>
                <a:path extrusionOk="0" h="8231" w="3428">
                  <a:moveTo>
                    <a:pt x="566" y="1"/>
                  </a:moveTo>
                  <a:cubicBezTo>
                    <a:pt x="253" y="1"/>
                    <a:pt x="0" y="251"/>
                    <a:pt x="0" y="564"/>
                  </a:cubicBezTo>
                  <a:lnTo>
                    <a:pt x="0" y="7664"/>
                  </a:lnTo>
                  <a:cubicBezTo>
                    <a:pt x="0" y="7978"/>
                    <a:pt x="253" y="8231"/>
                    <a:pt x="566" y="8231"/>
                  </a:cubicBezTo>
                  <a:lnTo>
                    <a:pt x="2861" y="8231"/>
                  </a:lnTo>
                  <a:cubicBezTo>
                    <a:pt x="3174" y="8231"/>
                    <a:pt x="3427" y="7978"/>
                    <a:pt x="3427" y="7664"/>
                  </a:cubicBezTo>
                  <a:lnTo>
                    <a:pt x="3427" y="564"/>
                  </a:lnTo>
                  <a:cubicBezTo>
                    <a:pt x="3427" y="251"/>
                    <a:pt x="3174" y="1"/>
                    <a:pt x="2861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58" name="Google Shape;158;p17"/>
            <p:cNvSpPr/>
            <p:nvPr/>
          </p:nvSpPr>
          <p:spPr>
            <a:xfrm>
              <a:off x="3471225" y="2152075"/>
              <a:ext cx="84725" cy="264250"/>
            </a:xfrm>
            <a:custGeom>
              <a:rect b="b" l="l" r="r" t="t"/>
              <a:pathLst>
                <a:path extrusionOk="0" h="10570" w="3389">
                  <a:moveTo>
                    <a:pt x="563" y="0"/>
                  </a:moveTo>
                  <a:cubicBezTo>
                    <a:pt x="253" y="0"/>
                    <a:pt x="0" y="250"/>
                    <a:pt x="0" y="563"/>
                  </a:cubicBezTo>
                  <a:lnTo>
                    <a:pt x="0" y="10003"/>
                  </a:lnTo>
                  <a:cubicBezTo>
                    <a:pt x="0" y="10317"/>
                    <a:pt x="253" y="10570"/>
                    <a:pt x="563" y="10570"/>
                  </a:cubicBezTo>
                  <a:lnTo>
                    <a:pt x="2822" y="10570"/>
                  </a:lnTo>
                  <a:cubicBezTo>
                    <a:pt x="3135" y="10570"/>
                    <a:pt x="3388" y="10317"/>
                    <a:pt x="3388" y="10003"/>
                  </a:cubicBezTo>
                  <a:lnTo>
                    <a:pt x="3388" y="563"/>
                  </a:lnTo>
                  <a:cubicBezTo>
                    <a:pt x="3388" y="250"/>
                    <a:pt x="3135" y="0"/>
                    <a:pt x="2822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59" name="Google Shape;159;p17"/>
            <p:cNvSpPr/>
            <p:nvPr/>
          </p:nvSpPr>
          <p:spPr>
            <a:xfrm>
              <a:off x="3584150" y="2093500"/>
              <a:ext cx="84700" cy="322825"/>
            </a:xfrm>
            <a:custGeom>
              <a:rect b="b" l="l" r="r" t="t"/>
              <a:pathLst>
                <a:path extrusionOk="0" h="12913" w="3388">
                  <a:moveTo>
                    <a:pt x="563" y="0"/>
                  </a:moveTo>
                  <a:cubicBezTo>
                    <a:pt x="253" y="0"/>
                    <a:pt x="0" y="253"/>
                    <a:pt x="0" y="566"/>
                  </a:cubicBezTo>
                  <a:lnTo>
                    <a:pt x="0" y="12346"/>
                  </a:lnTo>
                  <a:cubicBezTo>
                    <a:pt x="0" y="12660"/>
                    <a:pt x="253" y="12913"/>
                    <a:pt x="563" y="12913"/>
                  </a:cubicBezTo>
                  <a:lnTo>
                    <a:pt x="2822" y="12913"/>
                  </a:lnTo>
                  <a:cubicBezTo>
                    <a:pt x="3135" y="12913"/>
                    <a:pt x="3388" y="12660"/>
                    <a:pt x="3388" y="12346"/>
                  </a:cubicBezTo>
                  <a:lnTo>
                    <a:pt x="3388" y="566"/>
                  </a:lnTo>
                  <a:cubicBezTo>
                    <a:pt x="3388" y="253"/>
                    <a:pt x="3135" y="0"/>
                    <a:pt x="2822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160" name="Google Shape;160;p17"/>
          <p:cNvGrpSpPr/>
          <p:nvPr/>
        </p:nvGrpSpPr>
        <p:grpSpPr>
          <a:xfrm>
            <a:off x="3920200" y="1456990"/>
            <a:ext cx="339253" cy="339253"/>
            <a:chOff x="1492675" y="2620775"/>
            <a:chExt cx="481825" cy="481825"/>
          </a:xfrm>
        </p:grpSpPr>
        <p:sp>
          <p:nvSpPr>
            <p:cNvPr id="161" name="Google Shape;161;p17"/>
            <p:cNvSpPr/>
            <p:nvPr/>
          </p:nvSpPr>
          <p:spPr>
            <a:xfrm>
              <a:off x="1677125" y="2620775"/>
              <a:ext cx="112950" cy="113850"/>
            </a:xfrm>
            <a:custGeom>
              <a:rect b="b" l="l" r="r" t="t"/>
              <a:pathLst>
                <a:path extrusionOk="0" h="4554" w="4518">
                  <a:moveTo>
                    <a:pt x="2259" y="0"/>
                  </a:moveTo>
                  <a:cubicBezTo>
                    <a:pt x="1009" y="0"/>
                    <a:pt x="0" y="1048"/>
                    <a:pt x="0" y="2298"/>
                  </a:cubicBezTo>
                  <a:cubicBezTo>
                    <a:pt x="0" y="3544"/>
                    <a:pt x="1009" y="4553"/>
                    <a:pt x="2259" y="4553"/>
                  </a:cubicBezTo>
                  <a:cubicBezTo>
                    <a:pt x="3505" y="4553"/>
                    <a:pt x="4517" y="3544"/>
                    <a:pt x="4517" y="2298"/>
                  </a:cubicBezTo>
                  <a:cubicBezTo>
                    <a:pt x="4517" y="1048"/>
                    <a:pt x="3505" y="0"/>
                    <a:pt x="225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62" name="Google Shape;162;p17"/>
            <p:cNvSpPr/>
            <p:nvPr/>
          </p:nvSpPr>
          <p:spPr>
            <a:xfrm>
              <a:off x="1492675" y="2734675"/>
              <a:ext cx="481825" cy="367925"/>
            </a:xfrm>
            <a:custGeom>
              <a:rect b="b" l="l" r="r" t="t"/>
              <a:pathLst>
                <a:path extrusionOk="0" h="14717" w="19273">
                  <a:moveTo>
                    <a:pt x="5120" y="4517"/>
                  </a:moveTo>
                  <a:cubicBezTo>
                    <a:pt x="5623" y="4517"/>
                    <a:pt x="5873" y="5122"/>
                    <a:pt x="5517" y="5481"/>
                  </a:cubicBezTo>
                  <a:cubicBezTo>
                    <a:pt x="5403" y="5595"/>
                    <a:pt x="5262" y="5647"/>
                    <a:pt x="5123" y="5647"/>
                  </a:cubicBezTo>
                  <a:cubicBezTo>
                    <a:pt x="4833" y="5647"/>
                    <a:pt x="4554" y="5421"/>
                    <a:pt x="4554" y="5080"/>
                  </a:cubicBezTo>
                  <a:cubicBezTo>
                    <a:pt x="4554" y="4767"/>
                    <a:pt x="4807" y="4517"/>
                    <a:pt x="5120" y="4517"/>
                  </a:cubicBezTo>
                  <a:close/>
                  <a:moveTo>
                    <a:pt x="3991" y="0"/>
                  </a:moveTo>
                  <a:cubicBezTo>
                    <a:pt x="3677" y="0"/>
                    <a:pt x="3425" y="250"/>
                    <a:pt x="3425" y="563"/>
                  </a:cubicBezTo>
                  <a:lnTo>
                    <a:pt x="3425" y="2572"/>
                  </a:lnTo>
                  <a:cubicBezTo>
                    <a:pt x="2455" y="3367"/>
                    <a:pt x="1750" y="4439"/>
                    <a:pt x="1401" y="5646"/>
                  </a:cubicBezTo>
                  <a:lnTo>
                    <a:pt x="564" y="5646"/>
                  </a:lnTo>
                  <a:cubicBezTo>
                    <a:pt x="251" y="5646"/>
                    <a:pt x="1" y="5896"/>
                    <a:pt x="1" y="6209"/>
                  </a:cubicBezTo>
                  <a:lnTo>
                    <a:pt x="1" y="9597"/>
                  </a:lnTo>
                  <a:cubicBezTo>
                    <a:pt x="1" y="9910"/>
                    <a:pt x="251" y="10163"/>
                    <a:pt x="564" y="10163"/>
                  </a:cubicBezTo>
                  <a:lnTo>
                    <a:pt x="1850" y="10163"/>
                  </a:lnTo>
                  <a:cubicBezTo>
                    <a:pt x="2446" y="11322"/>
                    <a:pt x="3391" y="12265"/>
                    <a:pt x="4554" y="12858"/>
                  </a:cubicBezTo>
                  <a:lnTo>
                    <a:pt x="4554" y="14153"/>
                  </a:lnTo>
                  <a:cubicBezTo>
                    <a:pt x="4554" y="14463"/>
                    <a:pt x="4807" y="14716"/>
                    <a:pt x="5120" y="14716"/>
                  </a:cubicBezTo>
                  <a:lnTo>
                    <a:pt x="7378" y="14716"/>
                  </a:lnTo>
                  <a:cubicBezTo>
                    <a:pt x="7688" y="14716"/>
                    <a:pt x="7941" y="14463"/>
                    <a:pt x="7941" y="14153"/>
                  </a:cubicBezTo>
                  <a:lnTo>
                    <a:pt x="7941" y="13551"/>
                  </a:lnTo>
                  <a:lnTo>
                    <a:pt x="11329" y="13551"/>
                  </a:lnTo>
                  <a:lnTo>
                    <a:pt x="11329" y="14153"/>
                  </a:lnTo>
                  <a:cubicBezTo>
                    <a:pt x="11329" y="14463"/>
                    <a:pt x="11582" y="14716"/>
                    <a:pt x="11895" y="14716"/>
                  </a:cubicBezTo>
                  <a:lnTo>
                    <a:pt x="14154" y="14716"/>
                  </a:lnTo>
                  <a:cubicBezTo>
                    <a:pt x="14464" y="14716"/>
                    <a:pt x="14717" y="14463"/>
                    <a:pt x="14717" y="14153"/>
                  </a:cubicBezTo>
                  <a:lnTo>
                    <a:pt x="14717" y="12864"/>
                  </a:lnTo>
                  <a:cubicBezTo>
                    <a:pt x="16647" y="11880"/>
                    <a:pt x="17945" y="9958"/>
                    <a:pt x="18107" y="7808"/>
                  </a:cubicBezTo>
                  <a:cubicBezTo>
                    <a:pt x="18800" y="7582"/>
                    <a:pt x="19270" y="6938"/>
                    <a:pt x="19273" y="6209"/>
                  </a:cubicBezTo>
                  <a:lnTo>
                    <a:pt x="19273" y="5080"/>
                  </a:lnTo>
                  <a:cubicBezTo>
                    <a:pt x="19273" y="4767"/>
                    <a:pt x="19020" y="4517"/>
                    <a:pt x="18707" y="4517"/>
                  </a:cubicBezTo>
                  <a:cubicBezTo>
                    <a:pt x="18393" y="4517"/>
                    <a:pt x="18144" y="4767"/>
                    <a:pt x="18144" y="5080"/>
                  </a:cubicBezTo>
                  <a:lnTo>
                    <a:pt x="18144" y="6209"/>
                  </a:lnTo>
                  <a:cubicBezTo>
                    <a:pt x="18141" y="6300"/>
                    <a:pt x="18116" y="6387"/>
                    <a:pt x="18074" y="6465"/>
                  </a:cubicBezTo>
                  <a:cubicBezTo>
                    <a:pt x="17647" y="3454"/>
                    <a:pt x="15021" y="1129"/>
                    <a:pt x="11895" y="1129"/>
                  </a:cubicBezTo>
                  <a:lnTo>
                    <a:pt x="7378" y="1129"/>
                  </a:lnTo>
                  <a:cubicBezTo>
                    <a:pt x="7020" y="1129"/>
                    <a:pt x="6665" y="1166"/>
                    <a:pt x="6315" y="1232"/>
                  </a:cubicBezTo>
                  <a:cubicBezTo>
                    <a:pt x="5788" y="464"/>
                    <a:pt x="4921" y="3"/>
                    <a:pt x="399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163" name="Google Shape;163;p17"/>
          <p:cNvGrpSpPr/>
          <p:nvPr/>
        </p:nvGrpSpPr>
        <p:grpSpPr>
          <a:xfrm>
            <a:off x="4862792" y="3973506"/>
            <a:ext cx="382765" cy="367810"/>
            <a:chOff x="-62890750" y="3747425"/>
            <a:chExt cx="330825" cy="317900"/>
          </a:xfrm>
        </p:grpSpPr>
        <p:sp>
          <p:nvSpPr>
            <p:cNvPr id="164" name="Google Shape;164;p17"/>
            <p:cNvSpPr/>
            <p:nvPr/>
          </p:nvSpPr>
          <p:spPr>
            <a:xfrm>
              <a:off x="-62890750" y="3747425"/>
              <a:ext cx="313500" cy="195825"/>
            </a:xfrm>
            <a:custGeom>
              <a:rect b="b" l="l" r="r" t="t"/>
              <a:pathLst>
                <a:path extrusionOk="0" h="7833" w="12540">
                  <a:moveTo>
                    <a:pt x="6591" y="0"/>
                  </a:moveTo>
                  <a:cubicBezTo>
                    <a:pt x="4966" y="0"/>
                    <a:pt x="3342" y="616"/>
                    <a:pt x="2112" y="1846"/>
                  </a:cubicBezTo>
                  <a:cubicBezTo>
                    <a:pt x="663" y="3296"/>
                    <a:pt x="1" y="5438"/>
                    <a:pt x="379" y="7454"/>
                  </a:cubicBezTo>
                  <a:cubicBezTo>
                    <a:pt x="442" y="7675"/>
                    <a:pt x="568" y="7832"/>
                    <a:pt x="789" y="7832"/>
                  </a:cubicBezTo>
                  <a:lnTo>
                    <a:pt x="852" y="7832"/>
                  </a:lnTo>
                  <a:cubicBezTo>
                    <a:pt x="1104" y="7801"/>
                    <a:pt x="1198" y="7549"/>
                    <a:pt x="1167" y="7360"/>
                  </a:cubicBezTo>
                  <a:cubicBezTo>
                    <a:pt x="852" y="5596"/>
                    <a:pt x="1419" y="3737"/>
                    <a:pt x="2710" y="2477"/>
                  </a:cubicBezTo>
                  <a:cubicBezTo>
                    <a:pt x="3719" y="1437"/>
                    <a:pt x="5136" y="870"/>
                    <a:pt x="6617" y="870"/>
                  </a:cubicBezTo>
                  <a:cubicBezTo>
                    <a:pt x="7940" y="870"/>
                    <a:pt x="9200" y="1342"/>
                    <a:pt x="10177" y="2193"/>
                  </a:cubicBezTo>
                  <a:lnTo>
                    <a:pt x="9610" y="2792"/>
                  </a:lnTo>
                  <a:cubicBezTo>
                    <a:pt x="9484" y="2918"/>
                    <a:pt x="9452" y="3075"/>
                    <a:pt x="9484" y="3170"/>
                  </a:cubicBezTo>
                  <a:cubicBezTo>
                    <a:pt x="9515" y="3327"/>
                    <a:pt x="9641" y="3422"/>
                    <a:pt x="9799" y="3453"/>
                  </a:cubicBezTo>
                  <a:lnTo>
                    <a:pt x="12036" y="3926"/>
                  </a:lnTo>
                  <a:lnTo>
                    <a:pt x="12130" y="3926"/>
                  </a:lnTo>
                  <a:cubicBezTo>
                    <a:pt x="12225" y="3926"/>
                    <a:pt x="12319" y="3894"/>
                    <a:pt x="12382" y="3800"/>
                  </a:cubicBezTo>
                  <a:cubicBezTo>
                    <a:pt x="12508" y="3674"/>
                    <a:pt x="12540" y="3579"/>
                    <a:pt x="12508" y="3422"/>
                  </a:cubicBezTo>
                  <a:lnTo>
                    <a:pt x="12036" y="1153"/>
                  </a:lnTo>
                  <a:cubicBezTo>
                    <a:pt x="12004" y="1027"/>
                    <a:pt x="11878" y="901"/>
                    <a:pt x="11752" y="838"/>
                  </a:cubicBezTo>
                  <a:cubicBezTo>
                    <a:pt x="11715" y="831"/>
                    <a:pt x="11678" y="827"/>
                    <a:pt x="11642" y="827"/>
                  </a:cubicBezTo>
                  <a:cubicBezTo>
                    <a:pt x="11526" y="827"/>
                    <a:pt x="11422" y="868"/>
                    <a:pt x="11374" y="964"/>
                  </a:cubicBezTo>
                  <a:lnTo>
                    <a:pt x="10776" y="1563"/>
                  </a:lnTo>
                  <a:cubicBezTo>
                    <a:pt x="9583" y="521"/>
                    <a:pt x="8087" y="0"/>
                    <a:pt x="6591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" name="Google Shape;165;p17"/>
            <p:cNvSpPr/>
            <p:nvPr/>
          </p:nvSpPr>
          <p:spPr>
            <a:xfrm>
              <a:off x="-62874975" y="3869075"/>
              <a:ext cx="315050" cy="196250"/>
            </a:xfrm>
            <a:custGeom>
              <a:rect b="b" l="l" r="r" t="t"/>
              <a:pathLst>
                <a:path extrusionOk="0" h="7850" w="12602">
                  <a:moveTo>
                    <a:pt x="11779" y="0"/>
                  </a:moveTo>
                  <a:cubicBezTo>
                    <a:pt x="11759" y="0"/>
                    <a:pt x="11739" y="2"/>
                    <a:pt x="11720" y="5"/>
                  </a:cubicBezTo>
                  <a:cubicBezTo>
                    <a:pt x="11499" y="36"/>
                    <a:pt x="11373" y="288"/>
                    <a:pt x="11405" y="477"/>
                  </a:cubicBezTo>
                  <a:cubicBezTo>
                    <a:pt x="11720" y="2242"/>
                    <a:pt x="11184" y="4101"/>
                    <a:pt x="9861" y="5361"/>
                  </a:cubicBezTo>
                  <a:cubicBezTo>
                    <a:pt x="8853" y="6400"/>
                    <a:pt x="7435" y="6967"/>
                    <a:pt x="5986" y="6967"/>
                  </a:cubicBezTo>
                  <a:cubicBezTo>
                    <a:pt x="4631" y="6967"/>
                    <a:pt x="3371" y="6495"/>
                    <a:pt x="2394" y="5644"/>
                  </a:cubicBezTo>
                  <a:lnTo>
                    <a:pt x="2993" y="5046"/>
                  </a:lnTo>
                  <a:cubicBezTo>
                    <a:pt x="3088" y="4920"/>
                    <a:pt x="3151" y="4762"/>
                    <a:pt x="3088" y="4668"/>
                  </a:cubicBezTo>
                  <a:cubicBezTo>
                    <a:pt x="3056" y="4510"/>
                    <a:pt x="2962" y="4416"/>
                    <a:pt x="2772" y="4384"/>
                  </a:cubicBezTo>
                  <a:lnTo>
                    <a:pt x="536" y="3912"/>
                  </a:lnTo>
                  <a:cubicBezTo>
                    <a:pt x="498" y="3904"/>
                    <a:pt x="465" y="3900"/>
                    <a:pt x="433" y="3900"/>
                  </a:cubicBezTo>
                  <a:cubicBezTo>
                    <a:pt x="332" y="3900"/>
                    <a:pt x="254" y="3941"/>
                    <a:pt x="158" y="4038"/>
                  </a:cubicBezTo>
                  <a:cubicBezTo>
                    <a:pt x="32" y="4132"/>
                    <a:pt x="0" y="4258"/>
                    <a:pt x="32" y="4416"/>
                  </a:cubicBezTo>
                  <a:lnTo>
                    <a:pt x="504" y="6652"/>
                  </a:lnTo>
                  <a:cubicBezTo>
                    <a:pt x="536" y="6810"/>
                    <a:pt x="662" y="6936"/>
                    <a:pt x="788" y="6967"/>
                  </a:cubicBezTo>
                  <a:lnTo>
                    <a:pt x="882" y="6967"/>
                  </a:lnTo>
                  <a:cubicBezTo>
                    <a:pt x="1008" y="6967"/>
                    <a:pt x="1103" y="6936"/>
                    <a:pt x="1166" y="6873"/>
                  </a:cubicBezTo>
                  <a:lnTo>
                    <a:pt x="1764" y="6274"/>
                  </a:lnTo>
                  <a:cubicBezTo>
                    <a:pt x="2930" y="7346"/>
                    <a:pt x="4442" y="7850"/>
                    <a:pt x="5923" y="7850"/>
                  </a:cubicBezTo>
                  <a:cubicBezTo>
                    <a:pt x="7561" y="7850"/>
                    <a:pt x="9168" y="7220"/>
                    <a:pt x="10428" y="5991"/>
                  </a:cubicBezTo>
                  <a:cubicBezTo>
                    <a:pt x="11909" y="4510"/>
                    <a:pt x="12602" y="2368"/>
                    <a:pt x="12192" y="320"/>
                  </a:cubicBezTo>
                  <a:cubicBezTo>
                    <a:pt x="12164" y="122"/>
                    <a:pt x="11958" y="0"/>
                    <a:pt x="1177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" name="Google Shape;166;p17"/>
            <p:cNvSpPr/>
            <p:nvPr/>
          </p:nvSpPr>
          <p:spPr>
            <a:xfrm>
              <a:off x="-62751325" y="3834525"/>
              <a:ext cx="15775" cy="26800"/>
            </a:xfrm>
            <a:custGeom>
              <a:rect b="b" l="l" r="r" t="t"/>
              <a:pathLst>
                <a:path extrusionOk="0" h="1072" w="631">
                  <a:moveTo>
                    <a:pt x="630" y="1"/>
                  </a:moveTo>
                  <a:cubicBezTo>
                    <a:pt x="410" y="221"/>
                    <a:pt x="158" y="599"/>
                    <a:pt x="0" y="1072"/>
                  </a:cubicBezTo>
                  <a:lnTo>
                    <a:pt x="630" y="1072"/>
                  </a:lnTo>
                  <a:lnTo>
                    <a:pt x="630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" name="Google Shape;167;p17"/>
            <p:cNvSpPr/>
            <p:nvPr/>
          </p:nvSpPr>
          <p:spPr>
            <a:xfrm>
              <a:off x="-62715100" y="3950300"/>
              <a:ext cx="15775" cy="26025"/>
            </a:xfrm>
            <a:custGeom>
              <a:rect b="b" l="l" r="r" t="t"/>
              <a:pathLst>
                <a:path extrusionOk="0" h="1041" w="631">
                  <a:moveTo>
                    <a:pt x="1" y="1"/>
                  </a:moveTo>
                  <a:lnTo>
                    <a:pt x="1" y="1041"/>
                  </a:lnTo>
                  <a:cubicBezTo>
                    <a:pt x="253" y="852"/>
                    <a:pt x="473" y="473"/>
                    <a:pt x="631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" name="Google Shape;168;p17"/>
            <p:cNvSpPr/>
            <p:nvPr/>
          </p:nvSpPr>
          <p:spPr>
            <a:xfrm>
              <a:off x="-62751325" y="3950300"/>
              <a:ext cx="15775" cy="26025"/>
            </a:xfrm>
            <a:custGeom>
              <a:rect b="b" l="l" r="r" t="t"/>
              <a:pathLst>
                <a:path extrusionOk="0" h="1041" w="631">
                  <a:moveTo>
                    <a:pt x="0" y="1"/>
                  </a:moveTo>
                  <a:cubicBezTo>
                    <a:pt x="158" y="473"/>
                    <a:pt x="410" y="852"/>
                    <a:pt x="630" y="1041"/>
                  </a:cubicBezTo>
                  <a:lnTo>
                    <a:pt x="630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" name="Google Shape;169;p17"/>
            <p:cNvSpPr/>
            <p:nvPr/>
          </p:nvSpPr>
          <p:spPr>
            <a:xfrm>
              <a:off x="-62822225" y="3881000"/>
              <a:ext cx="44125" cy="48075"/>
            </a:xfrm>
            <a:custGeom>
              <a:rect b="b" l="l" r="r" t="t"/>
              <a:pathLst>
                <a:path extrusionOk="0" h="1923" w="1765">
                  <a:moveTo>
                    <a:pt x="127" y="0"/>
                  </a:moveTo>
                  <a:cubicBezTo>
                    <a:pt x="32" y="316"/>
                    <a:pt x="1" y="631"/>
                    <a:pt x="1" y="977"/>
                  </a:cubicBezTo>
                  <a:cubicBezTo>
                    <a:pt x="1" y="1324"/>
                    <a:pt x="32" y="1670"/>
                    <a:pt x="127" y="1922"/>
                  </a:cubicBezTo>
                  <a:lnTo>
                    <a:pt x="1765" y="1922"/>
                  </a:lnTo>
                  <a:cubicBezTo>
                    <a:pt x="1734" y="1607"/>
                    <a:pt x="1702" y="1292"/>
                    <a:pt x="1702" y="977"/>
                  </a:cubicBezTo>
                  <a:cubicBezTo>
                    <a:pt x="1702" y="662"/>
                    <a:pt x="1734" y="316"/>
                    <a:pt x="1765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" name="Google Shape;170;p17"/>
            <p:cNvSpPr/>
            <p:nvPr/>
          </p:nvSpPr>
          <p:spPr>
            <a:xfrm>
              <a:off x="-62715100" y="3833750"/>
              <a:ext cx="15775" cy="26800"/>
            </a:xfrm>
            <a:custGeom>
              <a:rect b="b" l="l" r="r" t="t"/>
              <a:pathLst>
                <a:path extrusionOk="0" h="1072" w="631">
                  <a:moveTo>
                    <a:pt x="1" y="0"/>
                  </a:moveTo>
                  <a:lnTo>
                    <a:pt x="1" y="1071"/>
                  </a:lnTo>
                  <a:lnTo>
                    <a:pt x="631" y="1071"/>
                  </a:lnTo>
                  <a:cubicBezTo>
                    <a:pt x="505" y="599"/>
                    <a:pt x="253" y="189"/>
                    <a:pt x="1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" name="Google Shape;171;p17"/>
            <p:cNvSpPr/>
            <p:nvPr/>
          </p:nvSpPr>
          <p:spPr>
            <a:xfrm>
              <a:off x="-62758425" y="3881000"/>
              <a:ext cx="22875" cy="48075"/>
            </a:xfrm>
            <a:custGeom>
              <a:rect b="b" l="l" r="r" t="t"/>
              <a:pathLst>
                <a:path extrusionOk="0" h="1923" w="915">
                  <a:moveTo>
                    <a:pt x="95" y="0"/>
                  </a:moveTo>
                  <a:cubicBezTo>
                    <a:pt x="64" y="316"/>
                    <a:pt x="1" y="631"/>
                    <a:pt x="1" y="977"/>
                  </a:cubicBezTo>
                  <a:cubicBezTo>
                    <a:pt x="1" y="1324"/>
                    <a:pt x="64" y="1670"/>
                    <a:pt x="95" y="1922"/>
                  </a:cubicBezTo>
                  <a:lnTo>
                    <a:pt x="914" y="1922"/>
                  </a:lnTo>
                  <a:lnTo>
                    <a:pt x="914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" name="Google Shape;172;p17"/>
            <p:cNvSpPr/>
            <p:nvPr/>
          </p:nvSpPr>
          <p:spPr>
            <a:xfrm>
              <a:off x="-62715100" y="3809325"/>
              <a:ext cx="74850" cy="51225"/>
            </a:xfrm>
            <a:custGeom>
              <a:rect b="b" l="l" r="r" t="t"/>
              <a:pathLst>
                <a:path extrusionOk="0" h="2049" w="2994">
                  <a:moveTo>
                    <a:pt x="1" y="1"/>
                  </a:moveTo>
                  <a:lnTo>
                    <a:pt x="1" y="32"/>
                  </a:lnTo>
                  <a:cubicBezTo>
                    <a:pt x="631" y="253"/>
                    <a:pt x="1198" y="1009"/>
                    <a:pt x="1481" y="2048"/>
                  </a:cubicBezTo>
                  <a:lnTo>
                    <a:pt x="2994" y="2048"/>
                  </a:lnTo>
                  <a:cubicBezTo>
                    <a:pt x="2426" y="946"/>
                    <a:pt x="1324" y="158"/>
                    <a:pt x="1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" name="Google Shape;173;p17"/>
            <p:cNvSpPr/>
            <p:nvPr/>
          </p:nvSpPr>
          <p:spPr>
            <a:xfrm>
              <a:off x="-62715875" y="3950300"/>
              <a:ext cx="75625" cy="51225"/>
            </a:xfrm>
            <a:custGeom>
              <a:rect b="b" l="l" r="r" t="t"/>
              <a:pathLst>
                <a:path extrusionOk="0" h="2049" w="3025">
                  <a:moveTo>
                    <a:pt x="1512" y="1"/>
                  </a:moveTo>
                  <a:cubicBezTo>
                    <a:pt x="1229" y="1009"/>
                    <a:pt x="662" y="1765"/>
                    <a:pt x="0" y="1986"/>
                  </a:cubicBezTo>
                  <a:lnTo>
                    <a:pt x="0" y="2049"/>
                  </a:lnTo>
                  <a:lnTo>
                    <a:pt x="32" y="2049"/>
                  </a:lnTo>
                  <a:cubicBezTo>
                    <a:pt x="1355" y="1891"/>
                    <a:pt x="2457" y="1104"/>
                    <a:pt x="3025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" name="Google Shape;174;p17"/>
            <p:cNvSpPr/>
            <p:nvPr/>
          </p:nvSpPr>
          <p:spPr>
            <a:xfrm>
              <a:off x="-62811200" y="3949525"/>
              <a:ext cx="75650" cy="52000"/>
            </a:xfrm>
            <a:custGeom>
              <a:rect b="b" l="l" r="r" t="t"/>
              <a:pathLst>
                <a:path extrusionOk="0" h="2080" w="3026">
                  <a:moveTo>
                    <a:pt x="1" y="0"/>
                  </a:moveTo>
                  <a:cubicBezTo>
                    <a:pt x="600" y="1166"/>
                    <a:pt x="1702" y="1954"/>
                    <a:pt x="3025" y="2080"/>
                  </a:cubicBezTo>
                  <a:lnTo>
                    <a:pt x="3025" y="2017"/>
                  </a:lnTo>
                  <a:cubicBezTo>
                    <a:pt x="2364" y="1796"/>
                    <a:pt x="1860" y="1040"/>
                    <a:pt x="1545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" name="Google Shape;175;p17"/>
            <p:cNvSpPr/>
            <p:nvPr/>
          </p:nvSpPr>
          <p:spPr>
            <a:xfrm>
              <a:off x="-62673350" y="3881000"/>
              <a:ext cx="44125" cy="48075"/>
            </a:xfrm>
            <a:custGeom>
              <a:rect b="b" l="l" r="r" t="t"/>
              <a:pathLst>
                <a:path extrusionOk="0" h="1923" w="1765">
                  <a:moveTo>
                    <a:pt x="0" y="0"/>
                  </a:moveTo>
                  <a:cubicBezTo>
                    <a:pt x="32" y="316"/>
                    <a:pt x="63" y="631"/>
                    <a:pt x="63" y="977"/>
                  </a:cubicBezTo>
                  <a:cubicBezTo>
                    <a:pt x="63" y="1324"/>
                    <a:pt x="32" y="1670"/>
                    <a:pt x="0" y="1922"/>
                  </a:cubicBezTo>
                  <a:lnTo>
                    <a:pt x="1639" y="1922"/>
                  </a:lnTo>
                  <a:cubicBezTo>
                    <a:pt x="1733" y="1670"/>
                    <a:pt x="1765" y="1292"/>
                    <a:pt x="1765" y="977"/>
                  </a:cubicBezTo>
                  <a:cubicBezTo>
                    <a:pt x="1765" y="662"/>
                    <a:pt x="1733" y="316"/>
                    <a:pt x="163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" name="Google Shape;176;p17"/>
            <p:cNvSpPr/>
            <p:nvPr/>
          </p:nvSpPr>
          <p:spPr>
            <a:xfrm>
              <a:off x="-62810400" y="3810125"/>
              <a:ext cx="75625" cy="51200"/>
            </a:xfrm>
            <a:custGeom>
              <a:rect b="b" l="l" r="r" t="t"/>
              <a:pathLst>
                <a:path extrusionOk="0" h="2048" w="3025">
                  <a:moveTo>
                    <a:pt x="2993" y="0"/>
                  </a:moveTo>
                  <a:cubicBezTo>
                    <a:pt x="1702" y="158"/>
                    <a:pt x="599" y="945"/>
                    <a:pt x="0" y="2048"/>
                  </a:cubicBezTo>
                  <a:lnTo>
                    <a:pt x="1544" y="2048"/>
                  </a:lnTo>
                  <a:cubicBezTo>
                    <a:pt x="1828" y="1008"/>
                    <a:pt x="2363" y="284"/>
                    <a:pt x="3025" y="32"/>
                  </a:cubicBezTo>
                  <a:lnTo>
                    <a:pt x="3025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" name="Google Shape;177;p17"/>
            <p:cNvSpPr/>
            <p:nvPr/>
          </p:nvSpPr>
          <p:spPr>
            <a:xfrm>
              <a:off x="-62715100" y="3881000"/>
              <a:ext cx="22850" cy="48075"/>
            </a:xfrm>
            <a:custGeom>
              <a:rect b="b" l="l" r="r" t="t"/>
              <a:pathLst>
                <a:path extrusionOk="0" h="1923" w="914">
                  <a:moveTo>
                    <a:pt x="1" y="0"/>
                  </a:moveTo>
                  <a:lnTo>
                    <a:pt x="1" y="1922"/>
                  </a:lnTo>
                  <a:lnTo>
                    <a:pt x="851" y="1922"/>
                  </a:lnTo>
                  <a:cubicBezTo>
                    <a:pt x="883" y="1607"/>
                    <a:pt x="914" y="1292"/>
                    <a:pt x="914" y="977"/>
                  </a:cubicBezTo>
                  <a:cubicBezTo>
                    <a:pt x="914" y="662"/>
                    <a:pt x="883" y="316"/>
                    <a:pt x="851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78" name="Google Shape;178;p17"/>
          <p:cNvGrpSpPr/>
          <p:nvPr/>
        </p:nvGrpSpPr>
        <p:grpSpPr>
          <a:xfrm>
            <a:off x="3905737" y="3130628"/>
            <a:ext cx="368186" cy="366364"/>
            <a:chOff x="-63679950" y="3360375"/>
            <a:chExt cx="318225" cy="316650"/>
          </a:xfrm>
        </p:grpSpPr>
        <p:sp>
          <p:nvSpPr>
            <p:cNvPr id="179" name="Google Shape;179;p17"/>
            <p:cNvSpPr/>
            <p:nvPr/>
          </p:nvSpPr>
          <p:spPr>
            <a:xfrm>
              <a:off x="-63497200" y="3423400"/>
              <a:ext cx="40975" cy="40975"/>
            </a:xfrm>
            <a:custGeom>
              <a:rect b="b" l="l" r="r" t="t"/>
              <a:pathLst>
                <a:path extrusionOk="0" h="1639" w="1639">
                  <a:moveTo>
                    <a:pt x="819" y="0"/>
                  </a:moveTo>
                  <a:cubicBezTo>
                    <a:pt x="378" y="0"/>
                    <a:pt x="0" y="378"/>
                    <a:pt x="0" y="819"/>
                  </a:cubicBezTo>
                  <a:cubicBezTo>
                    <a:pt x="0" y="1260"/>
                    <a:pt x="378" y="1638"/>
                    <a:pt x="819" y="1638"/>
                  </a:cubicBezTo>
                  <a:cubicBezTo>
                    <a:pt x="1260" y="1638"/>
                    <a:pt x="1638" y="1260"/>
                    <a:pt x="1638" y="819"/>
                  </a:cubicBezTo>
                  <a:cubicBezTo>
                    <a:pt x="1638" y="378"/>
                    <a:pt x="1260" y="0"/>
                    <a:pt x="81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" name="Google Shape;180;p17"/>
            <p:cNvSpPr/>
            <p:nvPr/>
          </p:nvSpPr>
          <p:spPr>
            <a:xfrm>
              <a:off x="-63516900" y="3485625"/>
              <a:ext cx="79575" cy="29950"/>
            </a:xfrm>
            <a:custGeom>
              <a:rect b="b" l="l" r="r" t="t"/>
              <a:pathLst>
                <a:path extrusionOk="0" h="1198" w="3183">
                  <a:moveTo>
                    <a:pt x="1607" y="0"/>
                  </a:moveTo>
                  <a:cubicBezTo>
                    <a:pt x="820" y="0"/>
                    <a:pt x="190" y="504"/>
                    <a:pt x="1" y="1197"/>
                  </a:cubicBezTo>
                  <a:lnTo>
                    <a:pt x="3183" y="1197"/>
                  </a:lnTo>
                  <a:cubicBezTo>
                    <a:pt x="3025" y="504"/>
                    <a:pt x="2395" y="0"/>
                    <a:pt x="1607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" name="Google Shape;181;p17"/>
            <p:cNvSpPr/>
            <p:nvPr/>
          </p:nvSpPr>
          <p:spPr>
            <a:xfrm>
              <a:off x="-63618500" y="3360375"/>
              <a:ext cx="256775" cy="256600"/>
            </a:xfrm>
            <a:custGeom>
              <a:rect b="b" l="l" r="r" t="t"/>
              <a:pathLst>
                <a:path extrusionOk="0" h="10264" w="10271">
                  <a:moveTo>
                    <a:pt x="5703" y="1639"/>
                  </a:moveTo>
                  <a:cubicBezTo>
                    <a:pt x="6616" y="1639"/>
                    <a:pt x="7373" y="2395"/>
                    <a:pt x="7373" y="3309"/>
                  </a:cubicBezTo>
                  <a:cubicBezTo>
                    <a:pt x="7373" y="3750"/>
                    <a:pt x="7215" y="4128"/>
                    <a:pt x="6900" y="4443"/>
                  </a:cubicBezTo>
                  <a:cubicBezTo>
                    <a:pt x="7625" y="4884"/>
                    <a:pt x="8192" y="5672"/>
                    <a:pt x="8192" y="6617"/>
                  </a:cubicBezTo>
                  <a:cubicBezTo>
                    <a:pt x="8160" y="6900"/>
                    <a:pt x="8003" y="7058"/>
                    <a:pt x="7751" y="7058"/>
                  </a:cubicBezTo>
                  <a:lnTo>
                    <a:pt x="3623" y="7058"/>
                  </a:lnTo>
                  <a:cubicBezTo>
                    <a:pt x="3371" y="7058"/>
                    <a:pt x="3214" y="6837"/>
                    <a:pt x="3214" y="6617"/>
                  </a:cubicBezTo>
                  <a:cubicBezTo>
                    <a:pt x="3214" y="5672"/>
                    <a:pt x="3749" y="4884"/>
                    <a:pt x="4537" y="4443"/>
                  </a:cubicBezTo>
                  <a:cubicBezTo>
                    <a:pt x="4254" y="4128"/>
                    <a:pt x="4065" y="3718"/>
                    <a:pt x="4065" y="3309"/>
                  </a:cubicBezTo>
                  <a:cubicBezTo>
                    <a:pt x="4065" y="2395"/>
                    <a:pt x="4789" y="1639"/>
                    <a:pt x="5703" y="1639"/>
                  </a:cubicBezTo>
                  <a:close/>
                  <a:moveTo>
                    <a:pt x="5703" y="1"/>
                  </a:moveTo>
                  <a:cubicBezTo>
                    <a:pt x="3182" y="1"/>
                    <a:pt x="1135" y="2049"/>
                    <a:pt x="1135" y="4569"/>
                  </a:cubicBezTo>
                  <a:cubicBezTo>
                    <a:pt x="1135" y="5609"/>
                    <a:pt x="1481" y="6648"/>
                    <a:pt x="2206" y="7467"/>
                  </a:cubicBezTo>
                  <a:lnTo>
                    <a:pt x="1607" y="8066"/>
                  </a:lnTo>
                  <a:lnTo>
                    <a:pt x="756" y="7184"/>
                  </a:lnTo>
                  <a:cubicBezTo>
                    <a:pt x="678" y="7121"/>
                    <a:pt x="567" y="7089"/>
                    <a:pt x="457" y="7089"/>
                  </a:cubicBezTo>
                  <a:cubicBezTo>
                    <a:pt x="347" y="7089"/>
                    <a:pt x="237" y="7121"/>
                    <a:pt x="158" y="7184"/>
                  </a:cubicBezTo>
                  <a:cubicBezTo>
                    <a:pt x="0" y="7341"/>
                    <a:pt x="0" y="7625"/>
                    <a:pt x="158" y="7783"/>
                  </a:cubicBezTo>
                  <a:lnTo>
                    <a:pt x="1324" y="8980"/>
                  </a:lnTo>
                  <a:lnTo>
                    <a:pt x="2521" y="10145"/>
                  </a:lnTo>
                  <a:cubicBezTo>
                    <a:pt x="2600" y="10224"/>
                    <a:pt x="2710" y="10264"/>
                    <a:pt x="2820" y="10264"/>
                  </a:cubicBezTo>
                  <a:cubicBezTo>
                    <a:pt x="2930" y="10264"/>
                    <a:pt x="3041" y="10224"/>
                    <a:pt x="3119" y="10145"/>
                  </a:cubicBezTo>
                  <a:cubicBezTo>
                    <a:pt x="3277" y="9988"/>
                    <a:pt x="3277" y="9704"/>
                    <a:pt x="3119" y="9547"/>
                  </a:cubicBezTo>
                  <a:lnTo>
                    <a:pt x="2237" y="8696"/>
                  </a:lnTo>
                  <a:lnTo>
                    <a:pt x="2836" y="8098"/>
                  </a:lnTo>
                  <a:cubicBezTo>
                    <a:pt x="3655" y="8759"/>
                    <a:pt x="4695" y="9169"/>
                    <a:pt x="5734" y="9169"/>
                  </a:cubicBezTo>
                  <a:cubicBezTo>
                    <a:pt x="8255" y="9169"/>
                    <a:pt x="10271" y="7121"/>
                    <a:pt x="10271" y="4632"/>
                  </a:cubicBezTo>
                  <a:cubicBezTo>
                    <a:pt x="10239" y="2049"/>
                    <a:pt x="8223" y="1"/>
                    <a:pt x="5703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" name="Google Shape;182;p17"/>
            <p:cNvSpPr/>
            <p:nvPr/>
          </p:nvSpPr>
          <p:spPr>
            <a:xfrm>
              <a:off x="-63679950" y="3576200"/>
              <a:ext cx="102425" cy="100825"/>
            </a:xfrm>
            <a:custGeom>
              <a:rect b="b" l="l" r="r" t="t"/>
              <a:pathLst>
                <a:path extrusionOk="0" h="4033" w="4097">
                  <a:moveTo>
                    <a:pt x="2332" y="0"/>
                  </a:moveTo>
                  <a:lnTo>
                    <a:pt x="159" y="2142"/>
                  </a:lnTo>
                  <a:cubicBezTo>
                    <a:pt x="1" y="2300"/>
                    <a:pt x="1" y="2584"/>
                    <a:pt x="159" y="2741"/>
                  </a:cubicBezTo>
                  <a:lnTo>
                    <a:pt x="1356" y="3938"/>
                  </a:lnTo>
                  <a:cubicBezTo>
                    <a:pt x="1434" y="4001"/>
                    <a:pt x="1545" y="4033"/>
                    <a:pt x="1655" y="4033"/>
                  </a:cubicBezTo>
                  <a:cubicBezTo>
                    <a:pt x="1765" y="4033"/>
                    <a:pt x="1876" y="4001"/>
                    <a:pt x="1954" y="3938"/>
                  </a:cubicBezTo>
                  <a:lnTo>
                    <a:pt x="4097" y="1764"/>
                  </a:lnTo>
                  <a:lnTo>
                    <a:pt x="233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8"/>
          <p:cNvSpPr txBox="1"/>
          <p:nvPr>
            <p:ph type="title"/>
          </p:nvPr>
        </p:nvSpPr>
        <p:spPr>
          <a:xfrm>
            <a:off x="-1386700" y="411475"/>
            <a:ext cx="8229600" cy="481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Principios ACID</a:t>
            </a:r>
            <a:endParaRPr/>
          </a:p>
        </p:txBody>
      </p:sp>
      <p:sp>
        <p:nvSpPr>
          <p:cNvPr id="188" name="Google Shape;188;p18"/>
          <p:cNvSpPr/>
          <p:nvPr/>
        </p:nvSpPr>
        <p:spPr>
          <a:xfrm rot="2700000">
            <a:off x="4255316" y="1651581"/>
            <a:ext cx="1986564" cy="1044218"/>
          </a:xfrm>
          <a:custGeom>
            <a:rect b="b" l="l" r="r" t="t"/>
            <a:pathLst>
              <a:path extrusionOk="0" h="36071" w="68623">
                <a:moveTo>
                  <a:pt x="31253" y="0"/>
                </a:moveTo>
                <a:lnTo>
                  <a:pt x="29075" y="42"/>
                </a:lnTo>
                <a:lnTo>
                  <a:pt x="24844" y="419"/>
                </a:lnTo>
                <a:lnTo>
                  <a:pt x="20654" y="1173"/>
                </a:lnTo>
                <a:lnTo>
                  <a:pt x="16591" y="2262"/>
                </a:lnTo>
                <a:lnTo>
                  <a:pt x="12611" y="3728"/>
                </a:lnTo>
                <a:lnTo>
                  <a:pt x="8757" y="5572"/>
                </a:lnTo>
                <a:lnTo>
                  <a:pt x="5112" y="7708"/>
                </a:lnTo>
                <a:lnTo>
                  <a:pt x="1635" y="10180"/>
                </a:lnTo>
                <a:lnTo>
                  <a:pt x="1" y="11563"/>
                </a:lnTo>
                <a:lnTo>
                  <a:pt x="16968" y="16129"/>
                </a:lnTo>
                <a:lnTo>
                  <a:pt x="20068" y="27440"/>
                </a:lnTo>
                <a:lnTo>
                  <a:pt x="21073" y="26895"/>
                </a:lnTo>
                <a:lnTo>
                  <a:pt x="23210" y="26016"/>
                </a:lnTo>
                <a:lnTo>
                  <a:pt x="25388" y="25304"/>
                </a:lnTo>
                <a:lnTo>
                  <a:pt x="27609" y="24843"/>
                </a:lnTo>
                <a:lnTo>
                  <a:pt x="29829" y="24633"/>
                </a:lnTo>
                <a:lnTo>
                  <a:pt x="32049" y="24591"/>
                </a:lnTo>
                <a:lnTo>
                  <a:pt x="34228" y="24759"/>
                </a:lnTo>
                <a:lnTo>
                  <a:pt x="36406" y="25178"/>
                </a:lnTo>
                <a:lnTo>
                  <a:pt x="38543" y="25722"/>
                </a:lnTo>
                <a:lnTo>
                  <a:pt x="40595" y="26518"/>
                </a:lnTo>
                <a:lnTo>
                  <a:pt x="42564" y="27482"/>
                </a:lnTo>
                <a:lnTo>
                  <a:pt x="44450" y="28655"/>
                </a:lnTo>
                <a:lnTo>
                  <a:pt x="46251" y="29996"/>
                </a:lnTo>
                <a:lnTo>
                  <a:pt x="47885" y="31504"/>
                </a:lnTo>
                <a:lnTo>
                  <a:pt x="49435" y="33221"/>
                </a:lnTo>
                <a:lnTo>
                  <a:pt x="50776" y="35065"/>
                </a:lnTo>
                <a:lnTo>
                  <a:pt x="51404" y="36070"/>
                </a:lnTo>
                <a:lnTo>
                  <a:pt x="64726" y="32509"/>
                </a:lnTo>
                <a:lnTo>
                  <a:pt x="68622" y="17888"/>
                </a:lnTo>
                <a:lnTo>
                  <a:pt x="66904" y="15794"/>
                </a:lnTo>
                <a:lnTo>
                  <a:pt x="63050" y="12023"/>
                </a:lnTo>
                <a:lnTo>
                  <a:pt x="58861" y="8714"/>
                </a:lnTo>
                <a:lnTo>
                  <a:pt x="54336" y="5907"/>
                </a:lnTo>
                <a:lnTo>
                  <a:pt x="49561" y="3603"/>
                </a:lnTo>
                <a:lnTo>
                  <a:pt x="44533" y="1843"/>
                </a:lnTo>
                <a:lnTo>
                  <a:pt x="39297" y="670"/>
                </a:lnTo>
                <a:lnTo>
                  <a:pt x="33976" y="42"/>
                </a:lnTo>
                <a:lnTo>
                  <a:pt x="31253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18"/>
          <p:cNvSpPr/>
          <p:nvPr/>
        </p:nvSpPr>
        <p:spPr>
          <a:xfrm rot="2700000">
            <a:off x="4632135" y="2541054"/>
            <a:ext cx="994483" cy="1774310"/>
          </a:xfrm>
          <a:custGeom>
            <a:rect b="b" l="l" r="r" t="t"/>
            <a:pathLst>
              <a:path extrusionOk="0" h="61291" w="34353">
                <a:moveTo>
                  <a:pt x="26016" y="1"/>
                </a:moveTo>
                <a:lnTo>
                  <a:pt x="22288" y="13993"/>
                </a:lnTo>
                <a:lnTo>
                  <a:pt x="7918" y="17847"/>
                </a:lnTo>
                <a:lnTo>
                  <a:pt x="8672" y="19732"/>
                </a:lnTo>
                <a:lnTo>
                  <a:pt x="9594" y="23670"/>
                </a:lnTo>
                <a:lnTo>
                  <a:pt x="9804" y="27608"/>
                </a:lnTo>
                <a:lnTo>
                  <a:pt x="9427" y="31462"/>
                </a:lnTo>
                <a:lnTo>
                  <a:pt x="8379" y="35233"/>
                </a:lnTo>
                <a:lnTo>
                  <a:pt x="6704" y="38794"/>
                </a:lnTo>
                <a:lnTo>
                  <a:pt x="4441" y="42020"/>
                </a:lnTo>
                <a:lnTo>
                  <a:pt x="1634" y="44868"/>
                </a:lnTo>
                <a:lnTo>
                  <a:pt x="1" y="46125"/>
                </a:lnTo>
                <a:lnTo>
                  <a:pt x="2807" y="56682"/>
                </a:lnTo>
                <a:lnTo>
                  <a:pt x="20026" y="61290"/>
                </a:lnTo>
                <a:lnTo>
                  <a:pt x="21576" y="59740"/>
                </a:lnTo>
                <a:lnTo>
                  <a:pt x="24341" y="56473"/>
                </a:lnTo>
                <a:lnTo>
                  <a:pt x="26770" y="52996"/>
                </a:lnTo>
                <a:lnTo>
                  <a:pt x="28907" y="49393"/>
                </a:lnTo>
                <a:lnTo>
                  <a:pt x="30666" y="45622"/>
                </a:lnTo>
                <a:lnTo>
                  <a:pt x="32091" y="41768"/>
                </a:lnTo>
                <a:lnTo>
                  <a:pt x="33180" y="37788"/>
                </a:lnTo>
                <a:lnTo>
                  <a:pt x="33934" y="33767"/>
                </a:lnTo>
                <a:lnTo>
                  <a:pt x="34311" y="29661"/>
                </a:lnTo>
                <a:lnTo>
                  <a:pt x="34353" y="25556"/>
                </a:lnTo>
                <a:lnTo>
                  <a:pt x="34060" y="21492"/>
                </a:lnTo>
                <a:lnTo>
                  <a:pt x="33431" y="17386"/>
                </a:lnTo>
                <a:lnTo>
                  <a:pt x="32426" y="13365"/>
                </a:lnTo>
                <a:lnTo>
                  <a:pt x="31043" y="9427"/>
                </a:lnTo>
                <a:lnTo>
                  <a:pt x="29326" y="5572"/>
                </a:lnTo>
                <a:lnTo>
                  <a:pt x="27231" y="1802"/>
                </a:lnTo>
                <a:lnTo>
                  <a:pt x="26016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18"/>
          <p:cNvSpPr/>
          <p:nvPr/>
        </p:nvSpPr>
        <p:spPr>
          <a:xfrm rot="2700000">
            <a:off x="2937262" y="2782110"/>
            <a:ext cx="1934398" cy="1027254"/>
          </a:xfrm>
          <a:custGeom>
            <a:rect b="b" l="l" r="r" t="t"/>
            <a:pathLst>
              <a:path extrusionOk="0" h="35485" w="66821">
                <a:moveTo>
                  <a:pt x="16004" y="1"/>
                </a:moveTo>
                <a:lnTo>
                  <a:pt x="4357" y="3101"/>
                </a:lnTo>
                <a:lnTo>
                  <a:pt x="1" y="19481"/>
                </a:lnTo>
                <a:lnTo>
                  <a:pt x="1634" y="21241"/>
                </a:lnTo>
                <a:lnTo>
                  <a:pt x="5153" y="24466"/>
                </a:lnTo>
                <a:lnTo>
                  <a:pt x="8924" y="27315"/>
                </a:lnTo>
                <a:lnTo>
                  <a:pt x="12904" y="29703"/>
                </a:lnTo>
                <a:lnTo>
                  <a:pt x="17051" y="31714"/>
                </a:lnTo>
                <a:lnTo>
                  <a:pt x="21324" y="33264"/>
                </a:lnTo>
                <a:lnTo>
                  <a:pt x="25723" y="34437"/>
                </a:lnTo>
                <a:lnTo>
                  <a:pt x="30206" y="35191"/>
                </a:lnTo>
                <a:lnTo>
                  <a:pt x="34730" y="35484"/>
                </a:lnTo>
                <a:lnTo>
                  <a:pt x="39296" y="35359"/>
                </a:lnTo>
                <a:lnTo>
                  <a:pt x="43779" y="34814"/>
                </a:lnTo>
                <a:lnTo>
                  <a:pt x="48261" y="33850"/>
                </a:lnTo>
                <a:lnTo>
                  <a:pt x="52660" y="32426"/>
                </a:lnTo>
                <a:lnTo>
                  <a:pt x="56891" y="30583"/>
                </a:lnTo>
                <a:lnTo>
                  <a:pt x="61039" y="28321"/>
                </a:lnTo>
                <a:lnTo>
                  <a:pt x="64977" y="25598"/>
                </a:lnTo>
                <a:lnTo>
                  <a:pt x="66820" y="24047"/>
                </a:lnTo>
                <a:lnTo>
                  <a:pt x="49812" y="19481"/>
                </a:lnTo>
                <a:lnTo>
                  <a:pt x="46753" y="8170"/>
                </a:lnTo>
                <a:lnTo>
                  <a:pt x="45748" y="8673"/>
                </a:lnTo>
                <a:lnTo>
                  <a:pt x="43653" y="9552"/>
                </a:lnTo>
                <a:lnTo>
                  <a:pt x="41517" y="10181"/>
                </a:lnTo>
                <a:lnTo>
                  <a:pt x="39380" y="10642"/>
                </a:lnTo>
                <a:lnTo>
                  <a:pt x="37244" y="10851"/>
                </a:lnTo>
                <a:lnTo>
                  <a:pt x="35065" y="10893"/>
                </a:lnTo>
                <a:lnTo>
                  <a:pt x="31839" y="10600"/>
                </a:lnTo>
                <a:lnTo>
                  <a:pt x="27734" y="9511"/>
                </a:lnTo>
                <a:lnTo>
                  <a:pt x="24801" y="8170"/>
                </a:lnTo>
                <a:lnTo>
                  <a:pt x="22916" y="7081"/>
                </a:lnTo>
                <a:lnTo>
                  <a:pt x="21157" y="5782"/>
                </a:lnTo>
                <a:lnTo>
                  <a:pt x="19523" y="4358"/>
                </a:lnTo>
                <a:lnTo>
                  <a:pt x="17973" y="2724"/>
                </a:lnTo>
                <a:lnTo>
                  <a:pt x="16590" y="964"/>
                </a:lnTo>
                <a:lnTo>
                  <a:pt x="16004" y="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18"/>
          <p:cNvSpPr/>
          <p:nvPr/>
        </p:nvSpPr>
        <p:spPr>
          <a:xfrm rot="2700000">
            <a:off x="3494668" y="1125965"/>
            <a:ext cx="988433" cy="1831311"/>
          </a:xfrm>
          <a:custGeom>
            <a:rect b="b" l="l" r="r" t="t"/>
            <a:pathLst>
              <a:path extrusionOk="0" h="63260" w="34144">
                <a:moveTo>
                  <a:pt x="14161" y="0"/>
                </a:moveTo>
                <a:lnTo>
                  <a:pt x="12611" y="1634"/>
                </a:lnTo>
                <a:lnTo>
                  <a:pt x="9762" y="5028"/>
                </a:lnTo>
                <a:lnTo>
                  <a:pt x="7248" y="8630"/>
                </a:lnTo>
                <a:lnTo>
                  <a:pt x="5112" y="12401"/>
                </a:lnTo>
                <a:lnTo>
                  <a:pt x="3352" y="16339"/>
                </a:lnTo>
                <a:lnTo>
                  <a:pt x="1970" y="20361"/>
                </a:lnTo>
                <a:lnTo>
                  <a:pt x="922" y="24508"/>
                </a:lnTo>
                <a:lnTo>
                  <a:pt x="294" y="28697"/>
                </a:lnTo>
                <a:lnTo>
                  <a:pt x="1" y="32929"/>
                </a:lnTo>
                <a:lnTo>
                  <a:pt x="84" y="37202"/>
                </a:lnTo>
                <a:lnTo>
                  <a:pt x="545" y="41433"/>
                </a:lnTo>
                <a:lnTo>
                  <a:pt x="1383" y="45622"/>
                </a:lnTo>
                <a:lnTo>
                  <a:pt x="2598" y="49728"/>
                </a:lnTo>
                <a:lnTo>
                  <a:pt x="4190" y="53749"/>
                </a:lnTo>
                <a:lnTo>
                  <a:pt x="6201" y="57687"/>
                </a:lnTo>
                <a:lnTo>
                  <a:pt x="8547" y="61458"/>
                </a:lnTo>
                <a:lnTo>
                  <a:pt x="9888" y="63259"/>
                </a:lnTo>
                <a:lnTo>
                  <a:pt x="14203" y="47256"/>
                </a:lnTo>
                <a:lnTo>
                  <a:pt x="26770" y="43905"/>
                </a:lnTo>
                <a:lnTo>
                  <a:pt x="26226" y="42732"/>
                </a:lnTo>
                <a:lnTo>
                  <a:pt x="25430" y="40344"/>
                </a:lnTo>
                <a:lnTo>
                  <a:pt x="24885" y="37872"/>
                </a:lnTo>
                <a:lnTo>
                  <a:pt x="24592" y="35316"/>
                </a:lnTo>
                <a:lnTo>
                  <a:pt x="24592" y="34060"/>
                </a:lnTo>
                <a:lnTo>
                  <a:pt x="24592" y="32677"/>
                </a:lnTo>
                <a:lnTo>
                  <a:pt x="24927" y="29912"/>
                </a:lnTo>
                <a:lnTo>
                  <a:pt x="25556" y="27231"/>
                </a:lnTo>
                <a:lnTo>
                  <a:pt x="26519" y="24676"/>
                </a:lnTo>
                <a:lnTo>
                  <a:pt x="27734" y="22246"/>
                </a:lnTo>
                <a:lnTo>
                  <a:pt x="29242" y="19984"/>
                </a:lnTo>
                <a:lnTo>
                  <a:pt x="31044" y="17889"/>
                </a:lnTo>
                <a:lnTo>
                  <a:pt x="33054" y="16004"/>
                </a:lnTo>
                <a:lnTo>
                  <a:pt x="34144" y="15166"/>
                </a:lnTo>
                <a:lnTo>
                  <a:pt x="31337" y="4609"/>
                </a:lnTo>
                <a:lnTo>
                  <a:pt x="14161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18"/>
          <p:cNvSpPr txBox="1"/>
          <p:nvPr/>
        </p:nvSpPr>
        <p:spPr>
          <a:xfrm>
            <a:off x="685800" y="1600200"/>
            <a:ext cx="1957800" cy="28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Atomicidad</a:t>
            </a:r>
            <a:endParaRPr b="1" sz="1600"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193" name="Google Shape;193;p18"/>
          <p:cNvSpPr txBox="1"/>
          <p:nvPr/>
        </p:nvSpPr>
        <p:spPr>
          <a:xfrm>
            <a:off x="685800" y="3294000"/>
            <a:ext cx="1957800" cy="28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Durabilidad</a:t>
            </a:r>
            <a:endParaRPr b="1" sz="1600"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194" name="Google Shape;194;p18"/>
          <p:cNvSpPr txBox="1"/>
          <p:nvPr/>
        </p:nvSpPr>
        <p:spPr>
          <a:xfrm>
            <a:off x="6500400" y="1600200"/>
            <a:ext cx="1957800" cy="28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Consistencia</a:t>
            </a:r>
            <a:endParaRPr b="1" sz="1600"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195" name="Google Shape;195;p18"/>
          <p:cNvSpPr txBox="1"/>
          <p:nvPr/>
        </p:nvSpPr>
        <p:spPr>
          <a:xfrm>
            <a:off x="6500400" y="3294000"/>
            <a:ext cx="1957800" cy="28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Aislamiento / Isolation</a:t>
            </a:r>
            <a:endParaRPr b="1" sz="1600"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196" name="Google Shape;196;p18"/>
          <p:cNvSpPr txBox="1"/>
          <p:nvPr/>
        </p:nvSpPr>
        <p:spPr>
          <a:xfrm>
            <a:off x="685800" y="1887300"/>
            <a:ext cx="2094300" cy="57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Una transacción debe ser tratada como una única unidad de trabajo. 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7" name="Google Shape;197;p18"/>
          <p:cNvSpPr txBox="1"/>
          <p:nvPr/>
        </p:nvSpPr>
        <p:spPr>
          <a:xfrm>
            <a:off x="6464400" y="1887300"/>
            <a:ext cx="1993800" cy="57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Una transacción debe mantener la integridad de la base de datos.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8" name="Google Shape;198;p18"/>
          <p:cNvSpPr txBox="1"/>
          <p:nvPr/>
        </p:nvSpPr>
        <p:spPr>
          <a:xfrm>
            <a:off x="6464400" y="3581100"/>
            <a:ext cx="1993800" cy="57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Las transacciones deben ser ejecutadas de forma independiente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9" name="Google Shape;199;p18"/>
          <p:cNvSpPr txBox="1"/>
          <p:nvPr/>
        </p:nvSpPr>
        <p:spPr>
          <a:xfrm>
            <a:off x="3754550" y="1738100"/>
            <a:ext cx="615300" cy="28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rPr>
              <a:t>01</a:t>
            </a:r>
            <a:endParaRPr b="1" sz="2400">
              <a:solidFill>
                <a:schemeClr val="lt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00" name="Google Shape;200;p18"/>
          <p:cNvSpPr txBox="1"/>
          <p:nvPr/>
        </p:nvSpPr>
        <p:spPr>
          <a:xfrm>
            <a:off x="5197675" y="2162200"/>
            <a:ext cx="615300" cy="28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rPr>
              <a:t>02</a:t>
            </a:r>
            <a:endParaRPr b="1" sz="2400">
              <a:solidFill>
                <a:schemeClr val="lt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grpSp>
        <p:nvGrpSpPr>
          <p:cNvPr id="201" name="Google Shape;201;p18"/>
          <p:cNvGrpSpPr/>
          <p:nvPr/>
        </p:nvGrpSpPr>
        <p:grpSpPr>
          <a:xfrm>
            <a:off x="7981470" y="1206115"/>
            <a:ext cx="370645" cy="368042"/>
            <a:chOff x="-63250675" y="3744075"/>
            <a:chExt cx="320350" cy="318100"/>
          </a:xfrm>
        </p:grpSpPr>
        <p:sp>
          <p:nvSpPr>
            <p:cNvPr id="202" name="Google Shape;202;p18"/>
            <p:cNvSpPr/>
            <p:nvPr/>
          </p:nvSpPr>
          <p:spPr>
            <a:xfrm>
              <a:off x="-63126250" y="3744075"/>
              <a:ext cx="195925" cy="192875"/>
            </a:xfrm>
            <a:custGeom>
              <a:rect b="b" l="l" r="r" t="t"/>
              <a:pathLst>
                <a:path extrusionOk="0" h="7715" w="7837">
                  <a:moveTo>
                    <a:pt x="6020" y="0"/>
                  </a:moveTo>
                  <a:cubicBezTo>
                    <a:pt x="5921" y="0"/>
                    <a:pt x="5820" y="37"/>
                    <a:pt x="5735" y="122"/>
                  </a:cubicBezTo>
                  <a:lnTo>
                    <a:pt x="4097" y="1760"/>
                  </a:lnTo>
                  <a:cubicBezTo>
                    <a:pt x="4034" y="1854"/>
                    <a:pt x="3971" y="1917"/>
                    <a:pt x="3971" y="2012"/>
                  </a:cubicBezTo>
                  <a:lnTo>
                    <a:pt x="3782" y="3304"/>
                  </a:lnTo>
                  <a:lnTo>
                    <a:pt x="1734" y="5351"/>
                  </a:lnTo>
                  <a:cubicBezTo>
                    <a:pt x="1576" y="5288"/>
                    <a:pt x="1387" y="5225"/>
                    <a:pt x="1230" y="5225"/>
                  </a:cubicBezTo>
                  <a:cubicBezTo>
                    <a:pt x="537" y="5225"/>
                    <a:pt x="1" y="5793"/>
                    <a:pt x="1" y="6486"/>
                  </a:cubicBezTo>
                  <a:cubicBezTo>
                    <a:pt x="1" y="7210"/>
                    <a:pt x="537" y="7714"/>
                    <a:pt x="1230" y="7714"/>
                  </a:cubicBezTo>
                  <a:cubicBezTo>
                    <a:pt x="1891" y="7714"/>
                    <a:pt x="2458" y="7179"/>
                    <a:pt x="2458" y="6486"/>
                  </a:cubicBezTo>
                  <a:cubicBezTo>
                    <a:pt x="2458" y="6297"/>
                    <a:pt x="2395" y="6139"/>
                    <a:pt x="2332" y="5982"/>
                  </a:cubicBezTo>
                  <a:lnTo>
                    <a:pt x="4380" y="3934"/>
                  </a:lnTo>
                  <a:lnTo>
                    <a:pt x="5672" y="3745"/>
                  </a:lnTo>
                  <a:cubicBezTo>
                    <a:pt x="5735" y="3745"/>
                    <a:pt x="5829" y="3713"/>
                    <a:pt x="5924" y="3619"/>
                  </a:cubicBezTo>
                  <a:lnTo>
                    <a:pt x="7562" y="1980"/>
                  </a:lnTo>
                  <a:cubicBezTo>
                    <a:pt x="7837" y="1706"/>
                    <a:pt x="7609" y="1254"/>
                    <a:pt x="7251" y="1254"/>
                  </a:cubicBezTo>
                  <a:cubicBezTo>
                    <a:pt x="7240" y="1254"/>
                    <a:pt x="7228" y="1255"/>
                    <a:pt x="7216" y="1256"/>
                  </a:cubicBezTo>
                  <a:lnTo>
                    <a:pt x="6302" y="1382"/>
                  </a:lnTo>
                  <a:lnTo>
                    <a:pt x="6428" y="468"/>
                  </a:lnTo>
                  <a:cubicBezTo>
                    <a:pt x="6472" y="203"/>
                    <a:pt x="6253" y="0"/>
                    <a:pt x="602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" name="Google Shape;203;p18"/>
            <p:cNvSpPr/>
            <p:nvPr/>
          </p:nvSpPr>
          <p:spPr>
            <a:xfrm>
              <a:off x="-63190025" y="3814050"/>
              <a:ext cx="186675" cy="185900"/>
            </a:xfrm>
            <a:custGeom>
              <a:rect b="b" l="l" r="r" t="t"/>
              <a:pathLst>
                <a:path extrusionOk="0" h="7436" w="7467">
                  <a:moveTo>
                    <a:pt x="3718" y="1"/>
                  </a:moveTo>
                  <a:cubicBezTo>
                    <a:pt x="1670" y="1"/>
                    <a:pt x="0" y="1670"/>
                    <a:pt x="0" y="3750"/>
                  </a:cubicBezTo>
                  <a:cubicBezTo>
                    <a:pt x="0" y="5797"/>
                    <a:pt x="1638" y="7436"/>
                    <a:pt x="3718" y="7436"/>
                  </a:cubicBezTo>
                  <a:cubicBezTo>
                    <a:pt x="5765" y="7436"/>
                    <a:pt x="7467" y="5797"/>
                    <a:pt x="7467" y="3750"/>
                  </a:cubicBezTo>
                  <a:cubicBezTo>
                    <a:pt x="7467" y="3151"/>
                    <a:pt x="7341" y="2647"/>
                    <a:pt x="7120" y="2143"/>
                  </a:cubicBezTo>
                  <a:lnTo>
                    <a:pt x="5828" y="3435"/>
                  </a:lnTo>
                  <a:cubicBezTo>
                    <a:pt x="5828" y="3498"/>
                    <a:pt x="5860" y="3624"/>
                    <a:pt x="5860" y="3718"/>
                  </a:cubicBezTo>
                  <a:cubicBezTo>
                    <a:pt x="5860" y="4852"/>
                    <a:pt x="4915" y="5797"/>
                    <a:pt x="3781" y="5797"/>
                  </a:cubicBezTo>
                  <a:cubicBezTo>
                    <a:pt x="2615" y="5797"/>
                    <a:pt x="1670" y="4852"/>
                    <a:pt x="1670" y="3718"/>
                  </a:cubicBezTo>
                  <a:cubicBezTo>
                    <a:pt x="1733" y="2552"/>
                    <a:pt x="2615" y="1607"/>
                    <a:pt x="3781" y="1607"/>
                  </a:cubicBezTo>
                  <a:cubicBezTo>
                    <a:pt x="3875" y="1607"/>
                    <a:pt x="3970" y="1607"/>
                    <a:pt x="4033" y="1670"/>
                  </a:cubicBezTo>
                  <a:lnTo>
                    <a:pt x="5356" y="347"/>
                  </a:lnTo>
                  <a:cubicBezTo>
                    <a:pt x="4883" y="127"/>
                    <a:pt x="4316" y="1"/>
                    <a:pt x="37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" name="Google Shape;204;p18"/>
            <p:cNvSpPr/>
            <p:nvPr/>
          </p:nvSpPr>
          <p:spPr>
            <a:xfrm>
              <a:off x="-63250675" y="3751050"/>
              <a:ext cx="311125" cy="311125"/>
            </a:xfrm>
            <a:custGeom>
              <a:rect b="b" l="l" r="r" t="t"/>
              <a:pathLst>
                <a:path extrusionOk="0" h="12445" w="12445">
                  <a:moveTo>
                    <a:pt x="6270" y="0"/>
                  </a:moveTo>
                  <a:cubicBezTo>
                    <a:pt x="2773" y="0"/>
                    <a:pt x="0" y="2804"/>
                    <a:pt x="0" y="6238"/>
                  </a:cubicBezTo>
                  <a:cubicBezTo>
                    <a:pt x="0" y="9641"/>
                    <a:pt x="2804" y="12445"/>
                    <a:pt x="6238" y="12445"/>
                  </a:cubicBezTo>
                  <a:cubicBezTo>
                    <a:pt x="9672" y="12445"/>
                    <a:pt x="12445" y="9641"/>
                    <a:pt x="12445" y="6238"/>
                  </a:cubicBezTo>
                  <a:cubicBezTo>
                    <a:pt x="12445" y="5325"/>
                    <a:pt x="12256" y="4411"/>
                    <a:pt x="11878" y="3592"/>
                  </a:cubicBezTo>
                  <a:lnTo>
                    <a:pt x="11563" y="3907"/>
                  </a:lnTo>
                  <a:cubicBezTo>
                    <a:pt x="11342" y="4096"/>
                    <a:pt x="11121" y="4222"/>
                    <a:pt x="10838" y="4253"/>
                  </a:cubicBezTo>
                  <a:lnTo>
                    <a:pt x="10397" y="4348"/>
                  </a:lnTo>
                  <a:cubicBezTo>
                    <a:pt x="10680" y="4915"/>
                    <a:pt x="10806" y="5545"/>
                    <a:pt x="10806" y="6238"/>
                  </a:cubicBezTo>
                  <a:cubicBezTo>
                    <a:pt x="10806" y="8759"/>
                    <a:pt x="8759" y="10743"/>
                    <a:pt x="6270" y="10743"/>
                  </a:cubicBezTo>
                  <a:cubicBezTo>
                    <a:pt x="3781" y="10743"/>
                    <a:pt x="1733" y="8696"/>
                    <a:pt x="1733" y="6238"/>
                  </a:cubicBezTo>
                  <a:cubicBezTo>
                    <a:pt x="1733" y="3718"/>
                    <a:pt x="3781" y="1670"/>
                    <a:pt x="6270" y="1670"/>
                  </a:cubicBezTo>
                  <a:cubicBezTo>
                    <a:pt x="6931" y="1670"/>
                    <a:pt x="7561" y="1796"/>
                    <a:pt x="8160" y="2048"/>
                  </a:cubicBezTo>
                  <a:lnTo>
                    <a:pt x="8254" y="1607"/>
                  </a:lnTo>
                  <a:cubicBezTo>
                    <a:pt x="8286" y="1355"/>
                    <a:pt x="8412" y="1103"/>
                    <a:pt x="8601" y="914"/>
                  </a:cubicBezTo>
                  <a:lnTo>
                    <a:pt x="8916" y="599"/>
                  </a:lnTo>
                  <a:cubicBezTo>
                    <a:pt x="8097" y="189"/>
                    <a:pt x="7215" y="0"/>
                    <a:pt x="627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05" name="Google Shape;205;p18"/>
          <p:cNvSpPr txBox="1"/>
          <p:nvPr/>
        </p:nvSpPr>
        <p:spPr>
          <a:xfrm>
            <a:off x="4821725" y="3454388"/>
            <a:ext cx="615300" cy="28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rPr>
              <a:t>03</a:t>
            </a:r>
            <a:endParaRPr b="1" sz="2400">
              <a:solidFill>
                <a:schemeClr val="lt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06" name="Google Shape;206;p18"/>
          <p:cNvSpPr txBox="1"/>
          <p:nvPr/>
        </p:nvSpPr>
        <p:spPr>
          <a:xfrm>
            <a:off x="3323300" y="3011075"/>
            <a:ext cx="615300" cy="28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rPr>
              <a:t>04</a:t>
            </a:r>
            <a:endParaRPr b="1" sz="2400">
              <a:solidFill>
                <a:schemeClr val="lt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07" name="Google Shape;207;p18"/>
          <p:cNvSpPr txBox="1"/>
          <p:nvPr/>
        </p:nvSpPr>
        <p:spPr>
          <a:xfrm>
            <a:off x="685800" y="3581100"/>
            <a:ext cx="2094300" cy="57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Una vez confirmada una transacción, los cambios deben ser permanentes. 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208" name="Google Shape;208;p18"/>
          <p:cNvGrpSpPr/>
          <p:nvPr/>
        </p:nvGrpSpPr>
        <p:grpSpPr>
          <a:xfrm>
            <a:off x="773974" y="2971761"/>
            <a:ext cx="374926" cy="196826"/>
            <a:chOff x="2084325" y="363300"/>
            <a:chExt cx="484150" cy="254100"/>
          </a:xfrm>
        </p:grpSpPr>
        <p:sp>
          <p:nvSpPr>
            <p:cNvPr id="209" name="Google Shape;209;p18"/>
            <p:cNvSpPr/>
            <p:nvPr/>
          </p:nvSpPr>
          <p:spPr>
            <a:xfrm>
              <a:off x="2084325" y="363300"/>
              <a:ext cx="484150" cy="254100"/>
            </a:xfrm>
            <a:custGeom>
              <a:rect b="b" l="l" r="r" t="t"/>
              <a:pathLst>
                <a:path extrusionOk="0" h="10164" w="19366">
                  <a:moveTo>
                    <a:pt x="9686" y="1128"/>
                  </a:moveTo>
                  <a:cubicBezTo>
                    <a:pt x="10195" y="1128"/>
                    <a:pt x="10707" y="1226"/>
                    <a:pt x="11196" y="1428"/>
                  </a:cubicBezTo>
                  <a:cubicBezTo>
                    <a:pt x="12671" y="2042"/>
                    <a:pt x="13635" y="3482"/>
                    <a:pt x="13635" y="5081"/>
                  </a:cubicBezTo>
                  <a:cubicBezTo>
                    <a:pt x="13632" y="7264"/>
                    <a:pt x="11864" y="9031"/>
                    <a:pt x="9684" y="9034"/>
                  </a:cubicBezTo>
                  <a:cubicBezTo>
                    <a:pt x="8085" y="9034"/>
                    <a:pt x="6643" y="8071"/>
                    <a:pt x="6032" y="6592"/>
                  </a:cubicBezTo>
                  <a:cubicBezTo>
                    <a:pt x="5420" y="5117"/>
                    <a:pt x="5758" y="3415"/>
                    <a:pt x="6887" y="2286"/>
                  </a:cubicBezTo>
                  <a:cubicBezTo>
                    <a:pt x="7645" y="1530"/>
                    <a:pt x="8657" y="1128"/>
                    <a:pt x="9686" y="1128"/>
                  </a:cubicBezTo>
                  <a:close/>
                  <a:moveTo>
                    <a:pt x="9684" y="1"/>
                  </a:moveTo>
                  <a:cubicBezTo>
                    <a:pt x="4502" y="1"/>
                    <a:pt x="361" y="4512"/>
                    <a:pt x="190" y="4704"/>
                  </a:cubicBezTo>
                  <a:cubicBezTo>
                    <a:pt x="0" y="4918"/>
                    <a:pt x="0" y="5243"/>
                    <a:pt x="190" y="5457"/>
                  </a:cubicBezTo>
                  <a:cubicBezTo>
                    <a:pt x="361" y="5650"/>
                    <a:pt x="4502" y="10164"/>
                    <a:pt x="9684" y="10164"/>
                  </a:cubicBezTo>
                  <a:cubicBezTo>
                    <a:pt x="14867" y="10164"/>
                    <a:pt x="19004" y="5650"/>
                    <a:pt x="19176" y="5457"/>
                  </a:cubicBezTo>
                  <a:cubicBezTo>
                    <a:pt x="19365" y="5243"/>
                    <a:pt x="19365" y="4918"/>
                    <a:pt x="19176" y="4704"/>
                  </a:cubicBezTo>
                  <a:cubicBezTo>
                    <a:pt x="19004" y="4512"/>
                    <a:pt x="14867" y="1"/>
                    <a:pt x="968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210" name="Google Shape;210;p18"/>
            <p:cNvSpPr/>
            <p:nvPr/>
          </p:nvSpPr>
          <p:spPr>
            <a:xfrm>
              <a:off x="2250600" y="419775"/>
              <a:ext cx="145175" cy="141125"/>
            </a:xfrm>
            <a:custGeom>
              <a:rect b="b" l="l" r="r" t="t"/>
              <a:pathLst>
                <a:path extrusionOk="0" h="5645" w="5807">
                  <a:moveTo>
                    <a:pt x="3018" y="0"/>
                  </a:moveTo>
                  <a:cubicBezTo>
                    <a:pt x="1922" y="0"/>
                    <a:pt x="929" y="634"/>
                    <a:pt x="468" y="1626"/>
                  </a:cubicBezTo>
                  <a:cubicBezTo>
                    <a:pt x="1" y="2623"/>
                    <a:pt x="158" y="3797"/>
                    <a:pt x="862" y="4637"/>
                  </a:cubicBezTo>
                  <a:cubicBezTo>
                    <a:pt x="1407" y="5287"/>
                    <a:pt x="2203" y="5645"/>
                    <a:pt x="3025" y="5645"/>
                  </a:cubicBezTo>
                  <a:cubicBezTo>
                    <a:pt x="3270" y="5645"/>
                    <a:pt x="3518" y="5613"/>
                    <a:pt x="3762" y="5547"/>
                  </a:cubicBezTo>
                  <a:cubicBezTo>
                    <a:pt x="4825" y="5258"/>
                    <a:pt x="5620" y="4382"/>
                    <a:pt x="5807" y="3297"/>
                  </a:cubicBezTo>
                  <a:lnTo>
                    <a:pt x="5807" y="3297"/>
                  </a:lnTo>
                  <a:cubicBezTo>
                    <a:pt x="5625" y="3356"/>
                    <a:pt x="5446" y="3383"/>
                    <a:pt x="5272" y="3383"/>
                  </a:cubicBezTo>
                  <a:cubicBezTo>
                    <a:pt x="4356" y="3383"/>
                    <a:pt x="3596" y="2626"/>
                    <a:pt x="3596" y="1692"/>
                  </a:cubicBezTo>
                  <a:cubicBezTo>
                    <a:pt x="3596" y="1147"/>
                    <a:pt x="3861" y="633"/>
                    <a:pt x="4307" y="316"/>
                  </a:cubicBezTo>
                  <a:cubicBezTo>
                    <a:pt x="3913" y="112"/>
                    <a:pt x="3476" y="3"/>
                    <a:pt x="3033" y="0"/>
                  </a:cubicBezTo>
                  <a:cubicBezTo>
                    <a:pt x="3028" y="0"/>
                    <a:pt x="3023" y="0"/>
                    <a:pt x="301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211" name="Google Shape;211;p18"/>
          <p:cNvGrpSpPr/>
          <p:nvPr/>
        </p:nvGrpSpPr>
        <p:grpSpPr>
          <a:xfrm>
            <a:off x="7983930" y="2887297"/>
            <a:ext cx="365753" cy="365753"/>
            <a:chOff x="3271200" y="4992125"/>
            <a:chExt cx="481825" cy="481825"/>
          </a:xfrm>
        </p:grpSpPr>
        <p:sp>
          <p:nvSpPr>
            <p:cNvPr id="212" name="Google Shape;212;p18"/>
            <p:cNvSpPr/>
            <p:nvPr/>
          </p:nvSpPr>
          <p:spPr>
            <a:xfrm>
              <a:off x="3497950" y="5106025"/>
              <a:ext cx="28250" cy="28250"/>
            </a:xfrm>
            <a:custGeom>
              <a:rect b="b" l="l" r="r" t="t"/>
              <a:pathLst>
                <a:path extrusionOk="0" h="1130" w="1130">
                  <a:moveTo>
                    <a:pt x="566" y="1"/>
                  </a:moveTo>
                  <a:cubicBezTo>
                    <a:pt x="253" y="1"/>
                    <a:pt x="0" y="251"/>
                    <a:pt x="0" y="564"/>
                  </a:cubicBezTo>
                  <a:cubicBezTo>
                    <a:pt x="0" y="877"/>
                    <a:pt x="253" y="1130"/>
                    <a:pt x="566" y="1130"/>
                  </a:cubicBezTo>
                  <a:cubicBezTo>
                    <a:pt x="877" y="1130"/>
                    <a:pt x="1130" y="877"/>
                    <a:pt x="1130" y="564"/>
                  </a:cubicBezTo>
                  <a:cubicBezTo>
                    <a:pt x="1130" y="251"/>
                    <a:pt x="877" y="1"/>
                    <a:pt x="56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213" name="Google Shape;213;p18"/>
            <p:cNvSpPr/>
            <p:nvPr/>
          </p:nvSpPr>
          <p:spPr>
            <a:xfrm>
              <a:off x="3497950" y="5218950"/>
              <a:ext cx="28250" cy="141175"/>
            </a:xfrm>
            <a:custGeom>
              <a:rect b="b" l="l" r="r" t="t"/>
              <a:pathLst>
                <a:path extrusionOk="0" h="5647" w="1130">
                  <a:moveTo>
                    <a:pt x="0" y="0"/>
                  </a:moveTo>
                  <a:lnTo>
                    <a:pt x="0" y="5647"/>
                  </a:lnTo>
                  <a:lnTo>
                    <a:pt x="1130" y="5647"/>
                  </a:lnTo>
                  <a:lnTo>
                    <a:pt x="113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214" name="Google Shape;214;p18"/>
            <p:cNvSpPr/>
            <p:nvPr/>
          </p:nvSpPr>
          <p:spPr>
            <a:xfrm>
              <a:off x="3271200" y="4992125"/>
              <a:ext cx="481825" cy="481825"/>
            </a:xfrm>
            <a:custGeom>
              <a:rect b="b" l="l" r="r" t="t"/>
              <a:pathLst>
                <a:path extrusionOk="0" h="19273" w="19273">
                  <a:moveTo>
                    <a:pt x="9636" y="3427"/>
                  </a:moveTo>
                  <a:cubicBezTo>
                    <a:pt x="10320" y="3427"/>
                    <a:pt x="10937" y="3840"/>
                    <a:pt x="11199" y="4472"/>
                  </a:cubicBezTo>
                  <a:cubicBezTo>
                    <a:pt x="11461" y="5105"/>
                    <a:pt x="11317" y="5833"/>
                    <a:pt x="10832" y="6318"/>
                  </a:cubicBezTo>
                  <a:cubicBezTo>
                    <a:pt x="10508" y="6642"/>
                    <a:pt x="10074" y="6814"/>
                    <a:pt x="9634" y="6814"/>
                  </a:cubicBezTo>
                  <a:cubicBezTo>
                    <a:pt x="9415" y="6814"/>
                    <a:pt x="9195" y="6772"/>
                    <a:pt x="8986" y="6686"/>
                  </a:cubicBezTo>
                  <a:cubicBezTo>
                    <a:pt x="8354" y="6424"/>
                    <a:pt x="7941" y="5806"/>
                    <a:pt x="7941" y="5120"/>
                  </a:cubicBezTo>
                  <a:cubicBezTo>
                    <a:pt x="7941" y="4183"/>
                    <a:pt x="8700" y="3427"/>
                    <a:pt x="9636" y="3427"/>
                  </a:cubicBezTo>
                  <a:close/>
                  <a:moveTo>
                    <a:pt x="10766" y="7944"/>
                  </a:moveTo>
                  <a:cubicBezTo>
                    <a:pt x="11076" y="7944"/>
                    <a:pt x="11329" y="8194"/>
                    <a:pt x="11329" y="8507"/>
                  </a:cubicBezTo>
                  <a:lnTo>
                    <a:pt x="11329" y="14720"/>
                  </a:lnTo>
                  <a:lnTo>
                    <a:pt x="11895" y="14720"/>
                  </a:lnTo>
                  <a:cubicBezTo>
                    <a:pt x="12205" y="14720"/>
                    <a:pt x="12458" y="14969"/>
                    <a:pt x="12458" y="15283"/>
                  </a:cubicBezTo>
                  <a:cubicBezTo>
                    <a:pt x="12458" y="15596"/>
                    <a:pt x="12205" y="15849"/>
                    <a:pt x="11895" y="15849"/>
                  </a:cubicBezTo>
                  <a:lnTo>
                    <a:pt x="7378" y="15849"/>
                  </a:lnTo>
                  <a:cubicBezTo>
                    <a:pt x="7065" y="15849"/>
                    <a:pt x="6812" y="15596"/>
                    <a:pt x="6812" y="15283"/>
                  </a:cubicBezTo>
                  <a:cubicBezTo>
                    <a:pt x="6812" y="14969"/>
                    <a:pt x="7065" y="14720"/>
                    <a:pt x="7378" y="14720"/>
                  </a:cubicBezTo>
                  <a:lnTo>
                    <a:pt x="7941" y="14720"/>
                  </a:lnTo>
                  <a:lnTo>
                    <a:pt x="7941" y="9073"/>
                  </a:lnTo>
                  <a:lnTo>
                    <a:pt x="7378" y="9073"/>
                  </a:lnTo>
                  <a:cubicBezTo>
                    <a:pt x="7065" y="9073"/>
                    <a:pt x="6812" y="8821"/>
                    <a:pt x="6812" y="8507"/>
                  </a:cubicBezTo>
                  <a:cubicBezTo>
                    <a:pt x="6812" y="8194"/>
                    <a:pt x="7065" y="7944"/>
                    <a:pt x="7378" y="7944"/>
                  </a:cubicBezTo>
                  <a:close/>
                  <a:moveTo>
                    <a:pt x="1693" y="1"/>
                  </a:moveTo>
                  <a:cubicBezTo>
                    <a:pt x="756" y="1"/>
                    <a:pt x="0" y="759"/>
                    <a:pt x="0" y="1696"/>
                  </a:cubicBezTo>
                  <a:lnTo>
                    <a:pt x="0" y="17580"/>
                  </a:lnTo>
                  <a:cubicBezTo>
                    <a:pt x="0" y="18514"/>
                    <a:pt x="756" y="19273"/>
                    <a:pt x="1693" y="19273"/>
                  </a:cubicBezTo>
                  <a:lnTo>
                    <a:pt x="17577" y="19273"/>
                  </a:lnTo>
                  <a:cubicBezTo>
                    <a:pt x="18514" y="19273"/>
                    <a:pt x="19269" y="18514"/>
                    <a:pt x="19272" y="17580"/>
                  </a:cubicBezTo>
                  <a:lnTo>
                    <a:pt x="19272" y="1696"/>
                  </a:lnTo>
                  <a:cubicBezTo>
                    <a:pt x="19269" y="759"/>
                    <a:pt x="18514" y="1"/>
                    <a:pt x="1757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215" name="Google Shape;215;p18"/>
          <p:cNvGrpSpPr/>
          <p:nvPr/>
        </p:nvGrpSpPr>
        <p:grpSpPr>
          <a:xfrm>
            <a:off x="778545" y="1213360"/>
            <a:ext cx="365760" cy="353548"/>
            <a:chOff x="3270675" y="841800"/>
            <a:chExt cx="497700" cy="482725"/>
          </a:xfrm>
        </p:grpSpPr>
        <p:sp>
          <p:nvSpPr>
            <p:cNvPr id="216" name="Google Shape;216;p18"/>
            <p:cNvSpPr/>
            <p:nvPr/>
          </p:nvSpPr>
          <p:spPr>
            <a:xfrm>
              <a:off x="3270675" y="902000"/>
              <a:ext cx="447125" cy="422525"/>
            </a:xfrm>
            <a:custGeom>
              <a:rect b="b" l="l" r="r" t="t"/>
              <a:pathLst>
                <a:path extrusionOk="0" h="16901" w="17885">
                  <a:moveTo>
                    <a:pt x="3454" y="0"/>
                  </a:moveTo>
                  <a:cubicBezTo>
                    <a:pt x="3343" y="0"/>
                    <a:pt x="3231" y="40"/>
                    <a:pt x="3141" y="122"/>
                  </a:cubicBezTo>
                  <a:cubicBezTo>
                    <a:pt x="1160" y="1940"/>
                    <a:pt x="0" y="4548"/>
                    <a:pt x="0" y="7246"/>
                  </a:cubicBezTo>
                  <a:cubicBezTo>
                    <a:pt x="0" y="12579"/>
                    <a:pt x="4325" y="16900"/>
                    <a:pt x="9657" y="16900"/>
                  </a:cubicBezTo>
                  <a:cubicBezTo>
                    <a:pt x="10907" y="16900"/>
                    <a:pt x="12175" y="16662"/>
                    <a:pt x="13331" y="16178"/>
                  </a:cubicBezTo>
                  <a:cubicBezTo>
                    <a:pt x="15126" y="15434"/>
                    <a:pt x="16659" y="14169"/>
                    <a:pt x="17728" y="12546"/>
                  </a:cubicBezTo>
                  <a:cubicBezTo>
                    <a:pt x="17884" y="12305"/>
                    <a:pt x="17788" y="11983"/>
                    <a:pt x="17526" y="11866"/>
                  </a:cubicBezTo>
                  <a:lnTo>
                    <a:pt x="9158" y="8171"/>
                  </a:lnTo>
                  <a:cubicBezTo>
                    <a:pt x="9016" y="8108"/>
                    <a:pt x="8896" y="8005"/>
                    <a:pt x="8811" y="7876"/>
                  </a:cubicBezTo>
                  <a:lnTo>
                    <a:pt x="8405" y="7246"/>
                  </a:lnTo>
                  <a:lnTo>
                    <a:pt x="3846" y="212"/>
                  </a:lnTo>
                  <a:cubicBezTo>
                    <a:pt x="3756" y="73"/>
                    <a:pt x="3606" y="0"/>
                    <a:pt x="345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217" name="Google Shape;217;p18"/>
            <p:cNvSpPr/>
            <p:nvPr/>
          </p:nvSpPr>
          <p:spPr>
            <a:xfrm>
              <a:off x="3385250" y="841800"/>
              <a:ext cx="279700" cy="220925"/>
            </a:xfrm>
            <a:custGeom>
              <a:rect b="b" l="l" r="r" t="t"/>
              <a:pathLst>
                <a:path extrusionOk="0" h="8837" w="11188">
                  <a:moveTo>
                    <a:pt x="5070" y="0"/>
                  </a:moveTo>
                  <a:cubicBezTo>
                    <a:pt x="3434" y="0"/>
                    <a:pt x="1792" y="415"/>
                    <a:pt x="308" y="1256"/>
                  </a:cubicBezTo>
                  <a:cubicBezTo>
                    <a:pt x="76" y="1388"/>
                    <a:pt x="1" y="1690"/>
                    <a:pt x="148" y="1912"/>
                  </a:cubicBezTo>
                  <a:lnTo>
                    <a:pt x="4532" y="8676"/>
                  </a:lnTo>
                  <a:cubicBezTo>
                    <a:pt x="4601" y="8781"/>
                    <a:pt x="4714" y="8837"/>
                    <a:pt x="4828" y="8837"/>
                  </a:cubicBezTo>
                  <a:cubicBezTo>
                    <a:pt x="4919" y="8837"/>
                    <a:pt x="5010" y="8802"/>
                    <a:pt x="5081" y="8730"/>
                  </a:cubicBezTo>
                  <a:lnTo>
                    <a:pt x="10992" y="2683"/>
                  </a:lnTo>
                  <a:cubicBezTo>
                    <a:pt x="11187" y="2482"/>
                    <a:pt x="11163" y="2156"/>
                    <a:pt x="10940" y="1988"/>
                  </a:cubicBezTo>
                  <a:cubicBezTo>
                    <a:pt x="9218" y="670"/>
                    <a:pt x="7149" y="0"/>
                    <a:pt x="507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218" name="Google Shape;218;p18"/>
            <p:cNvSpPr/>
            <p:nvPr/>
          </p:nvSpPr>
          <p:spPr>
            <a:xfrm>
              <a:off x="3530100" y="924750"/>
              <a:ext cx="238275" cy="250200"/>
            </a:xfrm>
            <a:custGeom>
              <a:rect b="b" l="l" r="r" t="t"/>
              <a:pathLst>
                <a:path extrusionOk="0" h="10008" w="9531">
                  <a:moveTo>
                    <a:pt x="6350" y="1"/>
                  </a:moveTo>
                  <a:cubicBezTo>
                    <a:pt x="6230" y="1"/>
                    <a:pt x="6108" y="47"/>
                    <a:pt x="6017" y="142"/>
                  </a:cubicBezTo>
                  <a:lnTo>
                    <a:pt x="172" y="6123"/>
                  </a:lnTo>
                  <a:cubicBezTo>
                    <a:pt x="0" y="6297"/>
                    <a:pt x="57" y="6589"/>
                    <a:pt x="283" y="6689"/>
                  </a:cubicBezTo>
                  <a:lnTo>
                    <a:pt x="7706" y="9968"/>
                  </a:lnTo>
                  <a:cubicBezTo>
                    <a:pt x="7767" y="9995"/>
                    <a:pt x="7830" y="10007"/>
                    <a:pt x="7893" y="10007"/>
                  </a:cubicBezTo>
                  <a:cubicBezTo>
                    <a:pt x="8082" y="10007"/>
                    <a:pt x="8261" y="9890"/>
                    <a:pt x="8329" y="9700"/>
                  </a:cubicBezTo>
                  <a:cubicBezTo>
                    <a:pt x="9531" y="6463"/>
                    <a:pt x="8913" y="2828"/>
                    <a:pt x="6706" y="169"/>
                  </a:cubicBezTo>
                  <a:cubicBezTo>
                    <a:pt x="6615" y="57"/>
                    <a:pt x="6483" y="1"/>
                    <a:pt x="635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Big Data Infographics by Slidesgo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C64E"/>
      </a:accent1>
      <a:accent2>
        <a:srgbClr val="FF8001"/>
      </a:accent2>
      <a:accent3>
        <a:srgbClr val="5FD0DB"/>
      </a:accent3>
      <a:accent4>
        <a:srgbClr val="32AAD9"/>
      </a:accent4>
      <a:accent5>
        <a:srgbClr val="1A569C"/>
      </a:accent5>
      <a:accent6>
        <a:srgbClr val="D55800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